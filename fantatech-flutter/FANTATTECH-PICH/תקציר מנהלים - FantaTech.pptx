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4"/>
  </p:sldMasterIdLst>
  <p:notesMasterIdLst>
    <p:notesMasterId r:id="rId5"/>
  </p:notesMasterIdLst>
  <p:sldIdLst>
    <p:sldId id="256" r:id="rId6"/>
  </p:sldIdLst>
  <p:sldSz cy="38100000" cx="7905750"/>
  <p:notesSz cx="5143500" cy="9144000"/>
  <p:embeddedFontLst>
    <p:embeddedFont>
      <p:font typeface="Assistant"/>
      <p:regular r:id="rId7"/>
      <p:bold r:id="rId8"/>
    </p:embeddedFont>
    <p:embeddedFont>
      <p:font typeface="Rubik"/>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302">
          <p15:clr>
            <a:srgbClr val="9AA0A6"/>
          </p15:clr>
        </p15:guide>
        <p15:guide id="2" pos="227">
          <p15:clr>
            <a:srgbClr val="9AA0A6"/>
          </p15:clr>
        </p15:guide>
        <p15:guide id="3" pos="4753">
          <p15:clr>
            <a:srgbClr val="9AA0A6"/>
          </p15:clr>
        </p15:guide>
        <p15:guide id="4" pos="4048">
          <p15:clr>
            <a:srgbClr val="9AA0A6"/>
          </p15:clr>
        </p15:guide>
        <p15:guide id="5" pos="4753">
          <p15:clr>
            <a:srgbClr val="9AA0A6"/>
          </p15:clr>
        </p15:guide>
        <p15:guide id="6" pos="227">
          <p15:clr>
            <a:srgbClr val="747775"/>
          </p15:clr>
        </p15:guide>
        <p15:guide id="7" orient="horz" pos="2721">
          <p15:clr>
            <a:srgbClr val="747775"/>
          </p15:clr>
        </p15:guide>
        <p15:guide id="8" orient="horz" pos="5443">
          <p15:clr>
            <a:srgbClr val="747775"/>
          </p15:clr>
        </p15:guide>
        <p15:guide id="9" orient="horz" pos="8164">
          <p15:clr>
            <a:srgbClr val="747775"/>
          </p15:clr>
        </p15:guide>
        <p15:guide id="10" orient="horz" pos="10885">
          <p15:clr>
            <a:srgbClr val="747775"/>
          </p15:clr>
        </p15:guide>
        <p15:guide id="11" orient="horz" pos="13606">
          <p15:clr>
            <a:srgbClr val="747775"/>
          </p15:clr>
        </p15:guide>
        <p15:guide id="12" orient="horz" pos="16328">
          <p15:clr>
            <a:srgbClr val="747775"/>
          </p15:clr>
        </p15:guide>
        <p15:guide id="13" orient="horz" pos="19049">
          <p15:clr>
            <a:srgbClr val="747775"/>
          </p15:clr>
        </p15:guide>
        <p15:guide id="14" orient="horz" pos="2177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02"/>
        <p:guide pos="227"/>
        <p:guide pos="4753"/>
        <p:guide pos="4048"/>
        <p:guide pos="4753"/>
        <p:guide pos="227"/>
        <p:guide pos="2721" orient="horz"/>
        <p:guide pos="5443" orient="horz"/>
        <p:guide pos="8164" orient="horz"/>
        <p:guide pos="10885" orient="horz"/>
        <p:guide pos="13606" orient="horz"/>
        <p:guide pos="16328" orient="horz"/>
        <p:guide pos="19049" orient="horz"/>
        <p:guide pos="2177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Rubik-italic.fntdata"/><Relationship Id="rId10" Type="http://schemas.openxmlformats.org/officeDocument/2006/relationships/font" Target="fonts/Rubik-bold.fntdata"/><Relationship Id="rId12" Type="http://schemas.openxmlformats.org/officeDocument/2006/relationships/font" Target="fonts/Rubik-boldItalic.fntdata"/><Relationship Id="rId9" Type="http://schemas.openxmlformats.org/officeDocument/2006/relationships/font" Target="fonts/Rubik-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Assistant-regular.fntdata"/><Relationship Id="rId8" Type="http://schemas.openxmlformats.org/officeDocument/2006/relationships/font" Target="fonts/Assistan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108782" y="1143000"/>
            <a:ext cx="640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w-IL"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5f7b87a0d9_0_1255:notes"/>
          <p:cNvSpPr/>
          <p:nvPr>
            <p:ph idx="2" type="sldImg"/>
          </p:nvPr>
        </p:nvSpPr>
        <p:spPr>
          <a:xfrm>
            <a:off x="3108782" y="1143000"/>
            <a:ext cx="640200" cy="30861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5f7b87a0d9_0_12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g25f7b87a0d9_0_12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w-IL"/>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01 - BLANK" showMasterSp="0">
  <p:cSld name="3_01 - 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EFAULT - Title">
  <p:cSld name="3_DEFAULT - Title">
    <p:spTree>
      <p:nvGrpSpPr>
        <p:cNvPr id="11" name="Shape 11"/>
        <p:cNvGrpSpPr/>
        <p:nvPr/>
      </p:nvGrpSpPr>
      <p:grpSpPr>
        <a:xfrm>
          <a:off x="0" y="0"/>
          <a:ext cx="0" cy="0"/>
          <a:chOff x="0" y="0"/>
          <a:chExt cx="0" cy="0"/>
        </a:xfrm>
      </p:grpSpPr>
      <p:sp>
        <p:nvSpPr>
          <p:cNvPr id="12" name="Google Shape;12;p3"/>
          <p:cNvSpPr/>
          <p:nvPr/>
        </p:nvSpPr>
        <p:spPr>
          <a:xfrm>
            <a:off x="0" y="-7"/>
            <a:ext cx="7905900" cy="2400000"/>
          </a:xfrm>
          <a:prstGeom prst="roundRect">
            <a:avLst>
              <a:gd fmla="val 0" name="adj"/>
            </a:avLst>
          </a:prstGeom>
          <a:solidFill>
            <a:schemeClr val="lt2"/>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13" name="Google Shape;13;p3"/>
          <p:cNvSpPr txBox="1"/>
          <p:nvPr>
            <p:ph type="title"/>
          </p:nvPr>
        </p:nvSpPr>
        <p:spPr>
          <a:xfrm>
            <a:off x="592931" y="1137911"/>
            <a:ext cx="5567100" cy="2804400"/>
          </a:xfrm>
          <a:prstGeom prst="rect">
            <a:avLst/>
          </a:prstGeom>
          <a:noFill/>
          <a:ln>
            <a:noFill/>
          </a:ln>
        </p:spPr>
        <p:txBody>
          <a:bodyPr anchorCtr="0" anchor="t" bIns="22850" lIns="45725" spcFirstLastPara="1" rIns="45725" wrap="square" tIns="22850">
            <a:noAutofit/>
          </a:bodyPr>
          <a:lstStyle>
            <a:lvl1pPr lvl="0" marR="0" rtl="0" algn="l">
              <a:lnSpc>
                <a:spcPct val="90000"/>
              </a:lnSpc>
              <a:spcBef>
                <a:spcPts val="0"/>
              </a:spcBef>
              <a:spcAft>
                <a:spcPts val="0"/>
              </a:spcAft>
              <a:buClr>
                <a:schemeClr val="lt1"/>
              </a:buClr>
              <a:buSzPts val="2400"/>
              <a:buFont typeface="Source Sans Pro"/>
              <a:buNone/>
              <a:defRPr b="0" i="0" sz="2400" u="none" cap="none" strike="noStrike">
                <a:solidFill>
                  <a:schemeClr val="dk1"/>
                </a:solidFill>
                <a:latin typeface="Source Sans Pro"/>
                <a:ea typeface="Source Sans Pro"/>
                <a:cs typeface="Source Sans Pro"/>
                <a:sym typeface="Source Sans Pro"/>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2_01 - BLANK">
  <p:cSld name="32_01 - BLANK">
    <p:spTree>
      <p:nvGrpSpPr>
        <p:cNvPr id="14" name="Shape 14"/>
        <p:cNvGrpSpPr/>
        <p:nvPr/>
      </p:nvGrpSpPr>
      <p:grpSpPr>
        <a:xfrm>
          <a:off x="0" y="0"/>
          <a:ext cx="0" cy="0"/>
          <a:chOff x="0" y="0"/>
          <a:chExt cx="0" cy="0"/>
        </a:xfrm>
      </p:grpSpPr>
      <p:sp>
        <p:nvSpPr>
          <p:cNvPr id="15" name="Google Shape;15;p4"/>
          <p:cNvSpPr txBox="1"/>
          <p:nvPr>
            <p:ph type="title"/>
          </p:nvPr>
        </p:nvSpPr>
        <p:spPr>
          <a:xfrm>
            <a:off x="592931" y="1137911"/>
            <a:ext cx="5567100" cy="2804400"/>
          </a:xfrm>
          <a:prstGeom prst="rect">
            <a:avLst/>
          </a:prstGeom>
          <a:noFill/>
          <a:ln>
            <a:noFill/>
          </a:ln>
        </p:spPr>
        <p:txBody>
          <a:bodyPr anchorCtr="0" anchor="t" bIns="22850" lIns="45725" spcFirstLastPara="1" rIns="45725" wrap="square" tIns="22850">
            <a:noAutofit/>
          </a:bodyPr>
          <a:lstStyle>
            <a:lvl1pPr lvl="0" marR="0" rtl="0" algn="l">
              <a:lnSpc>
                <a:spcPct val="90000"/>
              </a:lnSpc>
              <a:spcBef>
                <a:spcPts val="0"/>
              </a:spcBef>
              <a:spcAft>
                <a:spcPts val="0"/>
              </a:spcAft>
              <a:buClr>
                <a:schemeClr val="lt1"/>
              </a:buClr>
              <a:buSzPts val="2400"/>
              <a:buFont typeface="Source Sans Pro"/>
              <a:buNone/>
              <a:defRPr b="0" i="0" sz="2400" u="none" cap="none" strike="noStrike">
                <a:solidFill>
                  <a:schemeClr val="dk1"/>
                </a:solidFill>
                <a:latin typeface="Source Sans Pro"/>
                <a:ea typeface="Source Sans Pro"/>
                <a:cs typeface="Source Sans Pro"/>
                <a:sym typeface="Source Sans Pro"/>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01 - BLANK" showMasterSp="0">
  <p:cSld name="2_01 - BLANK">
    <p:spTree>
      <p:nvGrpSpPr>
        <p:cNvPr id="16" name="Shape 16"/>
        <p:cNvGrpSpPr/>
        <p:nvPr/>
      </p:nvGrpSpPr>
      <p:grpSpPr>
        <a:xfrm>
          <a:off x="0" y="0"/>
          <a:ext cx="0" cy="0"/>
          <a:chOff x="0" y="0"/>
          <a:chExt cx="0" cy="0"/>
        </a:xfrm>
      </p:grpSpPr>
      <p:sp>
        <p:nvSpPr>
          <p:cNvPr id="17" name="Google Shape;17;p5"/>
          <p:cNvSpPr/>
          <p:nvPr/>
        </p:nvSpPr>
        <p:spPr>
          <a:xfrm>
            <a:off x="1452328" y="41791586"/>
            <a:ext cx="765900" cy="3315300"/>
          </a:xfrm>
          <a:prstGeom prst="rect">
            <a:avLst/>
          </a:prstGeom>
          <a:gradFill>
            <a:gsLst>
              <a:gs pos="0">
                <a:schemeClr val="accent1"/>
              </a:gs>
              <a:gs pos="100000">
                <a:schemeClr val="accent2"/>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18" name="Google Shape;18;p5"/>
          <p:cNvSpPr/>
          <p:nvPr/>
        </p:nvSpPr>
        <p:spPr>
          <a:xfrm>
            <a:off x="2299373" y="41791586"/>
            <a:ext cx="765900" cy="3315300"/>
          </a:xfrm>
          <a:prstGeom prst="rect">
            <a:avLst/>
          </a:prstGeom>
          <a:gradFill>
            <a:gsLst>
              <a:gs pos="0">
                <a:schemeClr val="accent2"/>
              </a:gs>
              <a:gs pos="100000">
                <a:schemeClr val="accent3"/>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19" name="Google Shape;19;p5"/>
          <p:cNvSpPr/>
          <p:nvPr/>
        </p:nvSpPr>
        <p:spPr>
          <a:xfrm>
            <a:off x="3146418" y="41791586"/>
            <a:ext cx="765900" cy="3315300"/>
          </a:xfrm>
          <a:prstGeom prst="rect">
            <a:avLst/>
          </a:prstGeom>
          <a:gradFill>
            <a:gsLst>
              <a:gs pos="0">
                <a:schemeClr val="accent3"/>
              </a:gs>
              <a:gs pos="100000">
                <a:schemeClr val="accent4"/>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0" name="Google Shape;20;p5"/>
          <p:cNvSpPr/>
          <p:nvPr/>
        </p:nvSpPr>
        <p:spPr>
          <a:xfrm>
            <a:off x="3993463" y="41791586"/>
            <a:ext cx="765900" cy="3315300"/>
          </a:xfrm>
          <a:prstGeom prst="rect">
            <a:avLst/>
          </a:prstGeom>
          <a:gradFill>
            <a:gsLst>
              <a:gs pos="0">
                <a:schemeClr val="accent4"/>
              </a:gs>
              <a:gs pos="100000">
                <a:schemeClr val="accent5"/>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1" name="Google Shape;21;p5"/>
          <p:cNvSpPr/>
          <p:nvPr/>
        </p:nvSpPr>
        <p:spPr>
          <a:xfrm>
            <a:off x="4840508" y="41791586"/>
            <a:ext cx="765900" cy="3315300"/>
          </a:xfrm>
          <a:prstGeom prst="rect">
            <a:avLst/>
          </a:prstGeom>
          <a:gradFill>
            <a:gsLst>
              <a:gs pos="0">
                <a:schemeClr val="accent5"/>
              </a:gs>
              <a:gs pos="100000">
                <a:schemeClr val="accent6"/>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2" name="Google Shape;22;p5"/>
          <p:cNvSpPr/>
          <p:nvPr/>
        </p:nvSpPr>
        <p:spPr>
          <a:xfrm>
            <a:off x="5687553" y="41791586"/>
            <a:ext cx="765900" cy="3315300"/>
          </a:xfrm>
          <a:prstGeom prst="rect">
            <a:avLst/>
          </a:prstGeom>
          <a:gradFill>
            <a:gsLst>
              <a:gs pos="0">
                <a:schemeClr val="accent6"/>
              </a:gs>
              <a:gs pos="100000">
                <a:srgbClr val="36A48B"/>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3" name="Google Shape;23;p5"/>
          <p:cNvSpPr/>
          <p:nvPr/>
        </p:nvSpPr>
        <p:spPr>
          <a:xfrm>
            <a:off x="1452328" y="46390917"/>
            <a:ext cx="765900" cy="3315300"/>
          </a:xfrm>
          <a:prstGeom prst="rect">
            <a:avLst/>
          </a:prstGeom>
          <a:gradFill>
            <a:gsLst>
              <a:gs pos="0">
                <a:schemeClr val="accent1"/>
              </a:gs>
              <a:gs pos="100000">
                <a:schemeClr val="accent2"/>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4" name="Google Shape;24;p5"/>
          <p:cNvSpPr/>
          <p:nvPr/>
        </p:nvSpPr>
        <p:spPr>
          <a:xfrm>
            <a:off x="2299373" y="46390917"/>
            <a:ext cx="765900" cy="3315300"/>
          </a:xfrm>
          <a:prstGeom prst="rect">
            <a:avLst/>
          </a:prstGeom>
          <a:gradFill>
            <a:gsLst>
              <a:gs pos="0">
                <a:schemeClr val="accent2"/>
              </a:gs>
              <a:gs pos="100000">
                <a:schemeClr val="accent3"/>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5" name="Google Shape;25;p5"/>
          <p:cNvSpPr/>
          <p:nvPr/>
        </p:nvSpPr>
        <p:spPr>
          <a:xfrm>
            <a:off x="3146418" y="46390917"/>
            <a:ext cx="765900" cy="3315300"/>
          </a:xfrm>
          <a:prstGeom prst="rect">
            <a:avLst/>
          </a:prstGeom>
          <a:gradFill>
            <a:gsLst>
              <a:gs pos="0">
                <a:schemeClr val="accent3"/>
              </a:gs>
              <a:gs pos="100000">
                <a:schemeClr val="accent4"/>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6" name="Google Shape;26;p5"/>
          <p:cNvSpPr/>
          <p:nvPr/>
        </p:nvSpPr>
        <p:spPr>
          <a:xfrm>
            <a:off x="3993463" y="46390917"/>
            <a:ext cx="765900" cy="3315300"/>
          </a:xfrm>
          <a:prstGeom prst="rect">
            <a:avLst/>
          </a:prstGeom>
          <a:gradFill>
            <a:gsLst>
              <a:gs pos="0">
                <a:schemeClr val="accent4"/>
              </a:gs>
              <a:gs pos="100000">
                <a:schemeClr val="accent5"/>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7" name="Google Shape;27;p5"/>
          <p:cNvSpPr/>
          <p:nvPr/>
        </p:nvSpPr>
        <p:spPr>
          <a:xfrm>
            <a:off x="4840508" y="46390917"/>
            <a:ext cx="765900" cy="3315300"/>
          </a:xfrm>
          <a:prstGeom prst="rect">
            <a:avLst/>
          </a:prstGeom>
          <a:gradFill>
            <a:gsLst>
              <a:gs pos="0">
                <a:schemeClr val="accent5"/>
              </a:gs>
              <a:gs pos="100000">
                <a:schemeClr val="accent6"/>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8" name="Google Shape;28;p5"/>
          <p:cNvSpPr/>
          <p:nvPr/>
        </p:nvSpPr>
        <p:spPr>
          <a:xfrm>
            <a:off x="5687553" y="46390917"/>
            <a:ext cx="765900" cy="3315300"/>
          </a:xfrm>
          <a:prstGeom prst="rect">
            <a:avLst/>
          </a:prstGeom>
          <a:gradFill>
            <a:gsLst>
              <a:gs pos="0">
                <a:schemeClr val="accent6"/>
              </a:gs>
              <a:gs pos="100000">
                <a:srgbClr val="36A48B"/>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29" name="Google Shape;29;p5"/>
          <p:cNvSpPr/>
          <p:nvPr/>
        </p:nvSpPr>
        <p:spPr>
          <a:xfrm>
            <a:off x="1452328" y="50876453"/>
            <a:ext cx="765900" cy="3315300"/>
          </a:xfrm>
          <a:prstGeom prst="rect">
            <a:avLst/>
          </a:prstGeom>
          <a:gradFill>
            <a:gsLst>
              <a:gs pos="0">
                <a:schemeClr val="accent1"/>
              </a:gs>
              <a:gs pos="100000">
                <a:schemeClr val="accent2"/>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0" name="Google Shape;30;p5"/>
          <p:cNvSpPr/>
          <p:nvPr/>
        </p:nvSpPr>
        <p:spPr>
          <a:xfrm>
            <a:off x="2299373" y="50876453"/>
            <a:ext cx="765900" cy="3315300"/>
          </a:xfrm>
          <a:prstGeom prst="rect">
            <a:avLst/>
          </a:prstGeom>
          <a:gradFill>
            <a:gsLst>
              <a:gs pos="0">
                <a:schemeClr val="accent2"/>
              </a:gs>
              <a:gs pos="100000">
                <a:schemeClr val="accent3"/>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1" name="Google Shape;31;p5"/>
          <p:cNvSpPr/>
          <p:nvPr/>
        </p:nvSpPr>
        <p:spPr>
          <a:xfrm>
            <a:off x="3146418" y="50876453"/>
            <a:ext cx="765900" cy="3315300"/>
          </a:xfrm>
          <a:prstGeom prst="rect">
            <a:avLst/>
          </a:prstGeom>
          <a:gradFill>
            <a:gsLst>
              <a:gs pos="0">
                <a:schemeClr val="accent3"/>
              </a:gs>
              <a:gs pos="100000">
                <a:schemeClr val="accent4"/>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2" name="Google Shape;32;p5"/>
          <p:cNvSpPr/>
          <p:nvPr/>
        </p:nvSpPr>
        <p:spPr>
          <a:xfrm>
            <a:off x="3993463" y="50876453"/>
            <a:ext cx="765900" cy="3315300"/>
          </a:xfrm>
          <a:prstGeom prst="rect">
            <a:avLst/>
          </a:prstGeom>
          <a:gradFill>
            <a:gsLst>
              <a:gs pos="0">
                <a:schemeClr val="accent4"/>
              </a:gs>
              <a:gs pos="100000">
                <a:schemeClr val="accent5"/>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3" name="Google Shape;33;p5"/>
          <p:cNvSpPr/>
          <p:nvPr/>
        </p:nvSpPr>
        <p:spPr>
          <a:xfrm>
            <a:off x="4840508" y="50876453"/>
            <a:ext cx="765900" cy="3315300"/>
          </a:xfrm>
          <a:prstGeom prst="rect">
            <a:avLst/>
          </a:prstGeom>
          <a:gradFill>
            <a:gsLst>
              <a:gs pos="0">
                <a:schemeClr val="accent5"/>
              </a:gs>
              <a:gs pos="100000">
                <a:schemeClr val="accent6"/>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4" name="Google Shape;34;p5"/>
          <p:cNvSpPr/>
          <p:nvPr/>
        </p:nvSpPr>
        <p:spPr>
          <a:xfrm>
            <a:off x="5687553" y="50876453"/>
            <a:ext cx="765900" cy="3315300"/>
          </a:xfrm>
          <a:prstGeom prst="rect">
            <a:avLst/>
          </a:prstGeom>
          <a:gradFill>
            <a:gsLst>
              <a:gs pos="0">
                <a:schemeClr val="accent6"/>
              </a:gs>
              <a:gs pos="100000">
                <a:srgbClr val="36A48B"/>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5" name="Google Shape;35;p5"/>
          <p:cNvSpPr/>
          <p:nvPr/>
        </p:nvSpPr>
        <p:spPr>
          <a:xfrm>
            <a:off x="1452328" y="55361985"/>
            <a:ext cx="765900" cy="3315300"/>
          </a:xfrm>
          <a:prstGeom prst="rect">
            <a:avLst/>
          </a:prstGeom>
          <a:gradFill>
            <a:gsLst>
              <a:gs pos="0">
                <a:schemeClr val="accent1"/>
              </a:gs>
              <a:gs pos="100000">
                <a:schemeClr val="accent2"/>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6" name="Google Shape;36;p5"/>
          <p:cNvSpPr/>
          <p:nvPr/>
        </p:nvSpPr>
        <p:spPr>
          <a:xfrm>
            <a:off x="2299373" y="55361985"/>
            <a:ext cx="765900" cy="3315300"/>
          </a:xfrm>
          <a:prstGeom prst="rect">
            <a:avLst/>
          </a:prstGeom>
          <a:gradFill>
            <a:gsLst>
              <a:gs pos="0">
                <a:schemeClr val="accent2"/>
              </a:gs>
              <a:gs pos="100000">
                <a:schemeClr val="accent3"/>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7" name="Google Shape;37;p5"/>
          <p:cNvSpPr/>
          <p:nvPr/>
        </p:nvSpPr>
        <p:spPr>
          <a:xfrm>
            <a:off x="3146418" y="55361985"/>
            <a:ext cx="765900" cy="3315300"/>
          </a:xfrm>
          <a:prstGeom prst="rect">
            <a:avLst/>
          </a:prstGeom>
          <a:gradFill>
            <a:gsLst>
              <a:gs pos="0">
                <a:schemeClr val="accent3"/>
              </a:gs>
              <a:gs pos="100000">
                <a:schemeClr val="accent4"/>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8" name="Google Shape;38;p5"/>
          <p:cNvSpPr/>
          <p:nvPr/>
        </p:nvSpPr>
        <p:spPr>
          <a:xfrm>
            <a:off x="3993463" y="55361985"/>
            <a:ext cx="765900" cy="3315300"/>
          </a:xfrm>
          <a:prstGeom prst="rect">
            <a:avLst/>
          </a:prstGeom>
          <a:gradFill>
            <a:gsLst>
              <a:gs pos="0">
                <a:schemeClr val="accent4"/>
              </a:gs>
              <a:gs pos="100000">
                <a:schemeClr val="accent5"/>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39" name="Google Shape;39;p5"/>
          <p:cNvSpPr/>
          <p:nvPr/>
        </p:nvSpPr>
        <p:spPr>
          <a:xfrm>
            <a:off x="4840508" y="55361985"/>
            <a:ext cx="765900" cy="3315300"/>
          </a:xfrm>
          <a:prstGeom prst="rect">
            <a:avLst/>
          </a:prstGeom>
          <a:gradFill>
            <a:gsLst>
              <a:gs pos="0">
                <a:schemeClr val="accent5"/>
              </a:gs>
              <a:gs pos="100000">
                <a:schemeClr val="accent6"/>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40" name="Google Shape;40;p5"/>
          <p:cNvSpPr/>
          <p:nvPr/>
        </p:nvSpPr>
        <p:spPr>
          <a:xfrm>
            <a:off x="5687553" y="55361985"/>
            <a:ext cx="765900" cy="3315300"/>
          </a:xfrm>
          <a:prstGeom prst="rect">
            <a:avLst/>
          </a:prstGeom>
          <a:gradFill>
            <a:gsLst>
              <a:gs pos="0">
                <a:schemeClr val="accent6"/>
              </a:gs>
              <a:gs pos="100000">
                <a:srgbClr val="36A48B"/>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41" name="Google Shape;41;p5"/>
          <p:cNvSpPr txBox="1"/>
          <p:nvPr/>
        </p:nvSpPr>
        <p:spPr>
          <a:xfrm>
            <a:off x="1465080" y="-7795274"/>
            <a:ext cx="592800" cy="41046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3300"/>
              <a:buFont typeface="Arial"/>
              <a:buNone/>
            </a:pPr>
            <a:r>
              <a:rPr b="0" i="0" lang="iw-IL" sz="3300" u="none" cap="none" strike="noStrike">
                <a:solidFill>
                  <a:schemeClr val="accent2"/>
                </a:solidFill>
                <a:latin typeface="Source Sans Pro"/>
                <a:ea typeface="Source Sans Pro"/>
                <a:cs typeface="Source Sans Pro"/>
                <a:sym typeface="Source Sans Pro"/>
              </a:rPr>
              <a:t>01</a:t>
            </a:r>
            <a:endParaRPr b="0" i="0" sz="3300" u="none" cap="none" strike="noStrike">
              <a:solidFill>
                <a:schemeClr val="accent2"/>
              </a:solidFill>
              <a:latin typeface="Source Sans Pro"/>
              <a:ea typeface="Source Sans Pro"/>
              <a:cs typeface="Source Sans Pro"/>
              <a:sym typeface="Source Sans Pro"/>
            </a:endParaRPr>
          </a:p>
        </p:txBody>
      </p:sp>
      <p:sp>
        <p:nvSpPr>
          <p:cNvPr id="42" name="Google Shape;42;p5"/>
          <p:cNvSpPr txBox="1"/>
          <p:nvPr/>
        </p:nvSpPr>
        <p:spPr>
          <a:xfrm>
            <a:off x="2385842" y="-7795274"/>
            <a:ext cx="592800" cy="41046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3300"/>
              <a:buFont typeface="Arial"/>
              <a:buNone/>
            </a:pPr>
            <a:r>
              <a:rPr b="0" i="0" lang="iw-IL" sz="3300" u="none" cap="none" strike="noStrike">
                <a:solidFill>
                  <a:schemeClr val="accent3"/>
                </a:solidFill>
                <a:latin typeface="Source Sans Pro"/>
                <a:ea typeface="Source Sans Pro"/>
                <a:cs typeface="Source Sans Pro"/>
                <a:sym typeface="Source Sans Pro"/>
              </a:rPr>
              <a:t>01</a:t>
            </a:r>
            <a:endParaRPr b="0" i="0" sz="3300" u="none" cap="none" strike="noStrike">
              <a:solidFill>
                <a:schemeClr val="accent3"/>
              </a:solidFill>
              <a:latin typeface="Source Sans Pro"/>
              <a:ea typeface="Source Sans Pro"/>
              <a:cs typeface="Source Sans Pro"/>
              <a:sym typeface="Source Sans Pro"/>
            </a:endParaRPr>
          </a:p>
        </p:txBody>
      </p:sp>
      <p:sp>
        <p:nvSpPr>
          <p:cNvPr id="43" name="Google Shape;43;p5"/>
          <p:cNvSpPr txBox="1"/>
          <p:nvPr/>
        </p:nvSpPr>
        <p:spPr>
          <a:xfrm>
            <a:off x="3232887" y="-7795274"/>
            <a:ext cx="592800" cy="41046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3300"/>
              <a:buFont typeface="Arial"/>
              <a:buNone/>
            </a:pPr>
            <a:r>
              <a:rPr b="0" i="0" lang="iw-IL" sz="3300" u="none" cap="none" strike="noStrike">
                <a:solidFill>
                  <a:schemeClr val="accent4"/>
                </a:solidFill>
                <a:latin typeface="Source Sans Pro"/>
                <a:ea typeface="Source Sans Pro"/>
                <a:cs typeface="Source Sans Pro"/>
                <a:sym typeface="Source Sans Pro"/>
              </a:rPr>
              <a:t>01</a:t>
            </a:r>
            <a:endParaRPr b="0" i="0" sz="3300" u="none" cap="none" strike="noStrike">
              <a:solidFill>
                <a:schemeClr val="accent4"/>
              </a:solidFill>
              <a:latin typeface="Source Sans Pro"/>
              <a:ea typeface="Source Sans Pro"/>
              <a:cs typeface="Source Sans Pro"/>
              <a:sym typeface="Source Sans Pro"/>
            </a:endParaRPr>
          </a:p>
        </p:txBody>
      </p:sp>
      <p:sp>
        <p:nvSpPr>
          <p:cNvPr id="44" name="Google Shape;44;p5"/>
          <p:cNvSpPr txBox="1"/>
          <p:nvPr/>
        </p:nvSpPr>
        <p:spPr>
          <a:xfrm>
            <a:off x="4079932" y="-7795274"/>
            <a:ext cx="592800" cy="41046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3300"/>
              <a:buFont typeface="Arial"/>
              <a:buNone/>
            </a:pPr>
            <a:r>
              <a:rPr b="0" i="0" lang="iw-IL" sz="3300" u="none" cap="none" strike="noStrike">
                <a:solidFill>
                  <a:schemeClr val="accent5"/>
                </a:solidFill>
                <a:latin typeface="Source Sans Pro"/>
                <a:ea typeface="Source Sans Pro"/>
                <a:cs typeface="Source Sans Pro"/>
                <a:sym typeface="Source Sans Pro"/>
              </a:rPr>
              <a:t>01</a:t>
            </a:r>
            <a:endParaRPr b="0" i="0" sz="3300" u="none" cap="none" strike="noStrike">
              <a:solidFill>
                <a:schemeClr val="accent5"/>
              </a:solidFill>
              <a:latin typeface="Source Sans Pro"/>
              <a:ea typeface="Source Sans Pro"/>
              <a:cs typeface="Source Sans Pro"/>
              <a:sym typeface="Source Sans Pro"/>
            </a:endParaRPr>
          </a:p>
        </p:txBody>
      </p:sp>
      <p:sp>
        <p:nvSpPr>
          <p:cNvPr id="45" name="Google Shape;45;p5"/>
          <p:cNvSpPr txBox="1"/>
          <p:nvPr/>
        </p:nvSpPr>
        <p:spPr>
          <a:xfrm>
            <a:off x="5000694" y="-7795274"/>
            <a:ext cx="592800" cy="41046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3300"/>
              <a:buFont typeface="Arial"/>
              <a:buNone/>
            </a:pPr>
            <a:r>
              <a:rPr b="0" i="0" lang="iw-IL" sz="3300" u="none" cap="none" strike="noStrike">
                <a:solidFill>
                  <a:schemeClr val="accent6"/>
                </a:solidFill>
                <a:latin typeface="Source Sans Pro"/>
                <a:ea typeface="Source Sans Pro"/>
                <a:cs typeface="Source Sans Pro"/>
                <a:sym typeface="Source Sans Pro"/>
              </a:rPr>
              <a:t>01</a:t>
            </a:r>
            <a:endParaRPr b="0" i="0" sz="3300" u="none" cap="none" strike="noStrike">
              <a:solidFill>
                <a:schemeClr val="accent6"/>
              </a:solidFill>
              <a:latin typeface="Source Sans Pro"/>
              <a:ea typeface="Source Sans Pro"/>
              <a:cs typeface="Source Sans Pro"/>
              <a:sym typeface="Source Sans Pro"/>
            </a:endParaRPr>
          </a:p>
        </p:txBody>
      </p:sp>
      <p:sp>
        <p:nvSpPr>
          <p:cNvPr id="46" name="Google Shape;46;p5"/>
          <p:cNvSpPr txBox="1"/>
          <p:nvPr/>
        </p:nvSpPr>
        <p:spPr>
          <a:xfrm>
            <a:off x="5847739" y="-7795274"/>
            <a:ext cx="592800" cy="41046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3300"/>
              <a:buFont typeface="Arial"/>
              <a:buNone/>
            </a:pPr>
            <a:r>
              <a:rPr b="0" i="0" lang="iw-IL" sz="3300" u="none" cap="none" strike="noStrike">
                <a:solidFill>
                  <a:srgbClr val="36A48B"/>
                </a:solidFill>
                <a:latin typeface="Source Sans Pro"/>
                <a:ea typeface="Source Sans Pro"/>
                <a:cs typeface="Source Sans Pro"/>
                <a:sym typeface="Source Sans Pro"/>
              </a:rPr>
              <a:t>01</a:t>
            </a:r>
            <a:endParaRPr b="0" i="0" sz="3300" u="none" cap="none" strike="noStrike">
              <a:solidFill>
                <a:srgbClr val="36A48B"/>
              </a:solidFill>
              <a:latin typeface="Source Sans Pro"/>
              <a:ea typeface="Source Sans Pro"/>
              <a:cs typeface="Source Sans Pro"/>
              <a:sym typeface="Source Sans Pro"/>
            </a:endParaRPr>
          </a:p>
        </p:txBody>
      </p:sp>
      <p:sp>
        <p:nvSpPr>
          <p:cNvPr id="47" name="Google Shape;47;p5"/>
          <p:cNvSpPr txBox="1"/>
          <p:nvPr/>
        </p:nvSpPr>
        <p:spPr>
          <a:xfrm>
            <a:off x="1452328" y="-18183236"/>
            <a:ext cx="4382700" cy="98025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8300"/>
              <a:buFont typeface="Arial"/>
              <a:buNone/>
            </a:pPr>
            <a:r>
              <a:rPr b="0" i="0" lang="iw-IL" sz="8300" u="none" cap="none" strike="noStrike">
                <a:solidFill>
                  <a:schemeClr val="accent6"/>
                </a:solidFill>
                <a:latin typeface="Source Sans Pro"/>
                <a:ea typeface="Source Sans Pro"/>
                <a:cs typeface="Source Sans Pro"/>
                <a:sym typeface="Source Sans Pro"/>
              </a:rPr>
              <a:t>01</a:t>
            </a:r>
            <a:endParaRPr b="0" i="0" sz="8300" u="none" cap="none" strike="noStrike">
              <a:solidFill>
                <a:schemeClr val="accent6"/>
              </a:solidFill>
              <a:latin typeface="Source Sans Pro"/>
              <a:ea typeface="Source Sans Pro"/>
              <a:cs typeface="Source Sans Pro"/>
              <a:sym typeface="Source Sans Pro"/>
            </a:endParaRPr>
          </a:p>
        </p:txBody>
      </p:sp>
      <p:sp>
        <p:nvSpPr>
          <p:cNvPr id="48" name="Google Shape;48;p5"/>
          <p:cNvSpPr/>
          <p:nvPr/>
        </p:nvSpPr>
        <p:spPr>
          <a:xfrm>
            <a:off x="1452328" y="59847517"/>
            <a:ext cx="4988400" cy="3315300"/>
          </a:xfrm>
          <a:prstGeom prst="rect">
            <a:avLst/>
          </a:prstGeom>
          <a:gradFill>
            <a:gsLst>
              <a:gs pos="0">
                <a:schemeClr val="accent1"/>
              </a:gs>
              <a:gs pos="20000">
                <a:schemeClr val="accent2"/>
              </a:gs>
              <a:gs pos="40000">
                <a:schemeClr val="accent3"/>
              </a:gs>
              <a:gs pos="60000">
                <a:schemeClr val="accent4"/>
              </a:gs>
              <a:gs pos="80000">
                <a:schemeClr val="accent5"/>
              </a:gs>
              <a:gs pos="98230">
                <a:schemeClr val="accent6"/>
              </a:gs>
              <a:gs pos="100000">
                <a:schemeClr val="accent6"/>
              </a:gs>
            </a:gsLst>
            <a:lin ang="9000021"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49" name="Google Shape;49;p5"/>
          <p:cNvSpPr/>
          <p:nvPr/>
        </p:nvSpPr>
        <p:spPr>
          <a:xfrm>
            <a:off x="-5468536" y="10129463"/>
            <a:ext cx="765900" cy="3315300"/>
          </a:xfrm>
          <a:prstGeom prst="rect">
            <a:avLst/>
          </a:prstGeom>
          <a:gradFill>
            <a:gsLst>
              <a:gs pos="0">
                <a:schemeClr val="accent1"/>
              </a:gs>
              <a:gs pos="50000">
                <a:srgbClr val="E6568E">
                  <a:alpha val="49019"/>
                </a:srgbClr>
              </a:gs>
              <a:gs pos="100000">
                <a:schemeClr val="accent3"/>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0" name="Google Shape;50;p5"/>
          <p:cNvSpPr/>
          <p:nvPr/>
        </p:nvSpPr>
        <p:spPr>
          <a:xfrm>
            <a:off x="-4621491" y="10129463"/>
            <a:ext cx="765900" cy="3315300"/>
          </a:xfrm>
          <a:prstGeom prst="rect">
            <a:avLst/>
          </a:prstGeom>
          <a:gradFill>
            <a:gsLst>
              <a:gs pos="0">
                <a:schemeClr val="accent2"/>
              </a:gs>
              <a:gs pos="50000">
                <a:srgbClr val="CE59C4">
                  <a:alpha val="49019"/>
                </a:srgbClr>
              </a:gs>
              <a:gs pos="100000">
                <a:schemeClr val="accent4"/>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1" name="Google Shape;51;p5"/>
          <p:cNvSpPr/>
          <p:nvPr/>
        </p:nvSpPr>
        <p:spPr>
          <a:xfrm>
            <a:off x="-3774447" y="10129463"/>
            <a:ext cx="765900" cy="3315300"/>
          </a:xfrm>
          <a:prstGeom prst="rect">
            <a:avLst/>
          </a:prstGeom>
          <a:gradFill>
            <a:gsLst>
              <a:gs pos="0">
                <a:schemeClr val="accent3"/>
              </a:gs>
              <a:gs pos="50000">
                <a:srgbClr val="8766D0">
                  <a:alpha val="49019"/>
                </a:srgbClr>
              </a:gs>
              <a:gs pos="100000">
                <a:schemeClr val="accent5"/>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2" name="Google Shape;52;p5"/>
          <p:cNvSpPr/>
          <p:nvPr/>
        </p:nvSpPr>
        <p:spPr>
          <a:xfrm>
            <a:off x="-2927402" y="10129463"/>
            <a:ext cx="765900" cy="3315300"/>
          </a:xfrm>
          <a:prstGeom prst="rect">
            <a:avLst/>
          </a:prstGeom>
          <a:gradFill>
            <a:gsLst>
              <a:gs pos="0">
                <a:schemeClr val="accent4"/>
              </a:gs>
              <a:gs pos="50000">
                <a:srgbClr val="6C9FF4">
                  <a:alpha val="49019"/>
                </a:srgbClr>
              </a:gs>
              <a:gs pos="100000">
                <a:schemeClr val="accent6"/>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3" name="Google Shape;53;p5"/>
          <p:cNvSpPr/>
          <p:nvPr/>
        </p:nvSpPr>
        <p:spPr>
          <a:xfrm>
            <a:off x="-2080357" y="10129463"/>
            <a:ext cx="765900" cy="3315300"/>
          </a:xfrm>
          <a:prstGeom prst="rect">
            <a:avLst/>
          </a:prstGeom>
          <a:gradFill>
            <a:gsLst>
              <a:gs pos="0">
                <a:schemeClr val="accent5"/>
              </a:gs>
              <a:gs pos="33000">
                <a:srgbClr val="6C9FF4">
                  <a:alpha val="49019"/>
                </a:srgbClr>
              </a:gs>
              <a:gs pos="66000">
                <a:srgbClr val="5BC9B0">
                  <a:alpha val="49019"/>
                </a:srgbClr>
              </a:gs>
              <a:gs pos="100000">
                <a:schemeClr val="accent6"/>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4" name="Google Shape;54;p5"/>
          <p:cNvSpPr/>
          <p:nvPr/>
        </p:nvSpPr>
        <p:spPr>
          <a:xfrm>
            <a:off x="-1233312" y="10129463"/>
            <a:ext cx="765900" cy="3315300"/>
          </a:xfrm>
          <a:prstGeom prst="rect">
            <a:avLst/>
          </a:prstGeom>
          <a:gradFill>
            <a:gsLst>
              <a:gs pos="0">
                <a:schemeClr val="accent6"/>
              </a:gs>
              <a:gs pos="100000">
                <a:srgbClr val="36A48B"/>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5" name="Google Shape;55;p5"/>
          <p:cNvSpPr/>
          <p:nvPr/>
        </p:nvSpPr>
        <p:spPr>
          <a:xfrm>
            <a:off x="-5468536" y="14728796"/>
            <a:ext cx="765900" cy="3315300"/>
          </a:xfrm>
          <a:prstGeom prst="rect">
            <a:avLst/>
          </a:prstGeom>
          <a:gradFill>
            <a:gsLst>
              <a:gs pos="0">
                <a:schemeClr val="accent1"/>
              </a:gs>
              <a:gs pos="50000">
                <a:srgbClr val="E6568E">
                  <a:alpha val="49019"/>
                </a:srgbClr>
              </a:gs>
              <a:gs pos="100000">
                <a:schemeClr val="accent3"/>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6" name="Google Shape;56;p5"/>
          <p:cNvSpPr/>
          <p:nvPr/>
        </p:nvSpPr>
        <p:spPr>
          <a:xfrm>
            <a:off x="-4621491" y="14728796"/>
            <a:ext cx="765900" cy="3315300"/>
          </a:xfrm>
          <a:prstGeom prst="rect">
            <a:avLst/>
          </a:prstGeom>
          <a:gradFill>
            <a:gsLst>
              <a:gs pos="0">
                <a:schemeClr val="accent2"/>
              </a:gs>
              <a:gs pos="50000">
                <a:srgbClr val="CE59C4">
                  <a:alpha val="49019"/>
                </a:srgbClr>
              </a:gs>
              <a:gs pos="100000">
                <a:schemeClr val="accent4"/>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7" name="Google Shape;57;p5"/>
          <p:cNvSpPr/>
          <p:nvPr/>
        </p:nvSpPr>
        <p:spPr>
          <a:xfrm>
            <a:off x="-3774447" y="14728796"/>
            <a:ext cx="765900" cy="3315300"/>
          </a:xfrm>
          <a:prstGeom prst="rect">
            <a:avLst/>
          </a:prstGeom>
          <a:gradFill>
            <a:gsLst>
              <a:gs pos="0">
                <a:schemeClr val="accent3"/>
              </a:gs>
              <a:gs pos="50000">
                <a:srgbClr val="8766D0">
                  <a:alpha val="49019"/>
                </a:srgbClr>
              </a:gs>
              <a:gs pos="100000">
                <a:schemeClr val="accent5"/>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8" name="Google Shape;58;p5"/>
          <p:cNvSpPr/>
          <p:nvPr/>
        </p:nvSpPr>
        <p:spPr>
          <a:xfrm>
            <a:off x="-2927402" y="14728796"/>
            <a:ext cx="765900" cy="3315300"/>
          </a:xfrm>
          <a:prstGeom prst="rect">
            <a:avLst/>
          </a:prstGeom>
          <a:gradFill>
            <a:gsLst>
              <a:gs pos="0">
                <a:schemeClr val="accent4"/>
              </a:gs>
              <a:gs pos="50000">
                <a:srgbClr val="6C9FF4">
                  <a:alpha val="49019"/>
                </a:srgbClr>
              </a:gs>
              <a:gs pos="100000">
                <a:schemeClr val="accent6"/>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59" name="Google Shape;59;p5"/>
          <p:cNvSpPr/>
          <p:nvPr/>
        </p:nvSpPr>
        <p:spPr>
          <a:xfrm>
            <a:off x="-2080357" y="14728796"/>
            <a:ext cx="765900" cy="3315300"/>
          </a:xfrm>
          <a:prstGeom prst="rect">
            <a:avLst/>
          </a:prstGeom>
          <a:gradFill>
            <a:gsLst>
              <a:gs pos="0">
                <a:schemeClr val="accent5"/>
              </a:gs>
              <a:gs pos="100000">
                <a:schemeClr val="accent6"/>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0" name="Google Shape;60;p5"/>
          <p:cNvSpPr/>
          <p:nvPr/>
        </p:nvSpPr>
        <p:spPr>
          <a:xfrm>
            <a:off x="-1233312" y="14728796"/>
            <a:ext cx="765900" cy="3315300"/>
          </a:xfrm>
          <a:prstGeom prst="rect">
            <a:avLst/>
          </a:prstGeom>
          <a:gradFill>
            <a:gsLst>
              <a:gs pos="0">
                <a:schemeClr val="accent6"/>
              </a:gs>
              <a:gs pos="100000">
                <a:srgbClr val="36A48B"/>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1" name="Google Shape;61;p5"/>
          <p:cNvSpPr/>
          <p:nvPr/>
        </p:nvSpPr>
        <p:spPr>
          <a:xfrm>
            <a:off x="-5468536" y="19214330"/>
            <a:ext cx="765900" cy="3315300"/>
          </a:xfrm>
          <a:prstGeom prst="rect">
            <a:avLst/>
          </a:prstGeom>
          <a:gradFill>
            <a:gsLst>
              <a:gs pos="0">
                <a:schemeClr val="accent1"/>
              </a:gs>
              <a:gs pos="50000">
                <a:srgbClr val="E6568E">
                  <a:alpha val="49019"/>
                </a:srgbClr>
              </a:gs>
              <a:gs pos="100000">
                <a:schemeClr val="accent3"/>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2" name="Google Shape;62;p5"/>
          <p:cNvSpPr/>
          <p:nvPr/>
        </p:nvSpPr>
        <p:spPr>
          <a:xfrm>
            <a:off x="-4621491" y="19214330"/>
            <a:ext cx="765900" cy="3315300"/>
          </a:xfrm>
          <a:prstGeom prst="rect">
            <a:avLst/>
          </a:prstGeom>
          <a:gradFill>
            <a:gsLst>
              <a:gs pos="0">
                <a:schemeClr val="accent2"/>
              </a:gs>
              <a:gs pos="50000">
                <a:srgbClr val="CE59C4">
                  <a:alpha val="49019"/>
                </a:srgbClr>
              </a:gs>
              <a:gs pos="100000">
                <a:schemeClr val="accent4"/>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3" name="Google Shape;63;p5"/>
          <p:cNvSpPr/>
          <p:nvPr/>
        </p:nvSpPr>
        <p:spPr>
          <a:xfrm>
            <a:off x="-3774447" y="19214330"/>
            <a:ext cx="765900" cy="3315300"/>
          </a:xfrm>
          <a:prstGeom prst="rect">
            <a:avLst/>
          </a:prstGeom>
          <a:gradFill>
            <a:gsLst>
              <a:gs pos="0">
                <a:schemeClr val="accent3"/>
              </a:gs>
              <a:gs pos="50000">
                <a:srgbClr val="8766D0">
                  <a:alpha val="49019"/>
                </a:srgbClr>
              </a:gs>
              <a:gs pos="100000">
                <a:schemeClr val="accent5"/>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4" name="Google Shape;64;p5"/>
          <p:cNvSpPr/>
          <p:nvPr/>
        </p:nvSpPr>
        <p:spPr>
          <a:xfrm>
            <a:off x="-2927402" y="19214330"/>
            <a:ext cx="765900" cy="3315300"/>
          </a:xfrm>
          <a:prstGeom prst="rect">
            <a:avLst/>
          </a:prstGeom>
          <a:gradFill>
            <a:gsLst>
              <a:gs pos="0">
                <a:schemeClr val="accent4"/>
              </a:gs>
              <a:gs pos="50000">
                <a:srgbClr val="6C9FF4">
                  <a:alpha val="49019"/>
                </a:srgbClr>
              </a:gs>
              <a:gs pos="100000">
                <a:schemeClr val="accent6"/>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5" name="Google Shape;65;p5"/>
          <p:cNvSpPr/>
          <p:nvPr/>
        </p:nvSpPr>
        <p:spPr>
          <a:xfrm>
            <a:off x="-2080357" y="19214330"/>
            <a:ext cx="765900" cy="3315300"/>
          </a:xfrm>
          <a:prstGeom prst="rect">
            <a:avLst/>
          </a:prstGeom>
          <a:gradFill>
            <a:gsLst>
              <a:gs pos="0">
                <a:schemeClr val="accent5"/>
              </a:gs>
              <a:gs pos="100000">
                <a:schemeClr val="accent6"/>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6" name="Google Shape;66;p5"/>
          <p:cNvSpPr/>
          <p:nvPr/>
        </p:nvSpPr>
        <p:spPr>
          <a:xfrm>
            <a:off x="-1233312" y="19214330"/>
            <a:ext cx="765900" cy="3315300"/>
          </a:xfrm>
          <a:prstGeom prst="rect">
            <a:avLst/>
          </a:prstGeom>
          <a:gradFill>
            <a:gsLst>
              <a:gs pos="0">
                <a:schemeClr val="accent6"/>
              </a:gs>
              <a:gs pos="100000">
                <a:srgbClr val="36A48B"/>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7" name="Google Shape;67;p5"/>
          <p:cNvSpPr/>
          <p:nvPr/>
        </p:nvSpPr>
        <p:spPr>
          <a:xfrm>
            <a:off x="-5468536" y="23699863"/>
            <a:ext cx="765900" cy="3315300"/>
          </a:xfrm>
          <a:prstGeom prst="rect">
            <a:avLst/>
          </a:prstGeom>
          <a:gradFill>
            <a:gsLst>
              <a:gs pos="0">
                <a:schemeClr val="accent1"/>
              </a:gs>
              <a:gs pos="50000">
                <a:srgbClr val="E6568E">
                  <a:alpha val="49019"/>
                </a:srgbClr>
              </a:gs>
              <a:gs pos="100000">
                <a:schemeClr val="accent3"/>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8" name="Google Shape;68;p5"/>
          <p:cNvSpPr/>
          <p:nvPr/>
        </p:nvSpPr>
        <p:spPr>
          <a:xfrm>
            <a:off x="-4621491" y="23699863"/>
            <a:ext cx="765900" cy="3315300"/>
          </a:xfrm>
          <a:prstGeom prst="rect">
            <a:avLst/>
          </a:prstGeom>
          <a:gradFill>
            <a:gsLst>
              <a:gs pos="0">
                <a:schemeClr val="accent2"/>
              </a:gs>
              <a:gs pos="50000">
                <a:srgbClr val="CE59C4">
                  <a:alpha val="49019"/>
                </a:srgbClr>
              </a:gs>
              <a:gs pos="100000">
                <a:schemeClr val="accent4"/>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69" name="Google Shape;69;p5"/>
          <p:cNvSpPr/>
          <p:nvPr/>
        </p:nvSpPr>
        <p:spPr>
          <a:xfrm>
            <a:off x="-3774447" y="23699863"/>
            <a:ext cx="765900" cy="3315300"/>
          </a:xfrm>
          <a:prstGeom prst="rect">
            <a:avLst/>
          </a:prstGeom>
          <a:gradFill>
            <a:gsLst>
              <a:gs pos="0">
                <a:schemeClr val="accent3"/>
              </a:gs>
              <a:gs pos="50000">
                <a:srgbClr val="8766D0">
                  <a:alpha val="49019"/>
                </a:srgbClr>
              </a:gs>
              <a:gs pos="100000">
                <a:schemeClr val="accent5"/>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0" name="Google Shape;70;p5"/>
          <p:cNvSpPr/>
          <p:nvPr/>
        </p:nvSpPr>
        <p:spPr>
          <a:xfrm>
            <a:off x="-2927402" y="23699863"/>
            <a:ext cx="765900" cy="3315300"/>
          </a:xfrm>
          <a:prstGeom prst="rect">
            <a:avLst/>
          </a:prstGeom>
          <a:gradFill>
            <a:gsLst>
              <a:gs pos="0">
                <a:schemeClr val="accent4"/>
              </a:gs>
              <a:gs pos="50000">
                <a:srgbClr val="6C9FF4">
                  <a:alpha val="49019"/>
                </a:srgbClr>
              </a:gs>
              <a:gs pos="100000">
                <a:schemeClr val="accent6"/>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1" name="Google Shape;71;p5"/>
          <p:cNvSpPr/>
          <p:nvPr/>
        </p:nvSpPr>
        <p:spPr>
          <a:xfrm>
            <a:off x="-2083690" y="23699863"/>
            <a:ext cx="765900" cy="3315300"/>
          </a:xfrm>
          <a:prstGeom prst="rect">
            <a:avLst/>
          </a:prstGeom>
          <a:gradFill>
            <a:gsLst>
              <a:gs pos="0">
                <a:schemeClr val="accent5"/>
              </a:gs>
              <a:gs pos="100000">
                <a:schemeClr val="accent6"/>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2" name="Google Shape;72;p5"/>
          <p:cNvSpPr/>
          <p:nvPr/>
        </p:nvSpPr>
        <p:spPr>
          <a:xfrm>
            <a:off x="-1233312" y="23699863"/>
            <a:ext cx="765900" cy="3315300"/>
          </a:xfrm>
          <a:prstGeom prst="rect">
            <a:avLst/>
          </a:prstGeom>
          <a:gradFill>
            <a:gsLst>
              <a:gs pos="0">
                <a:schemeClr val="accent6"/>
              </a:gs>
              <a:gs pos="100000">
                <a:srgbClr val="36A48B"/>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3" name="Google Shape;73;p5"/>
          <p:cNvSpPr txBox="1"/>
          <p:nvPr/>
        </p:nvSpPr>
        <p:spPr>
          <a:xfrm>
            <a:off x="1761545" y="9417734"/>
            <a:ext cx="4382700" cy="19264500"/>
          </a:xfrm>
          <a:prstGeom prst="rect">
            <a:avLst/>
          </a:prstGeom>
          <a:noFill/>
          <a:ln>
            <a:noFill/>
          </a:ln>
        </p:spPr>
        <p:txBody>
          <a:bodyPr anchorCtr="0" anchor="t"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8300"/>
              <a:buFont typeface="Arial"/>
              <a:buNone/>
            </a:pPr>
            <a:r>
              <a:rPr b="0" i="0" lang="iw-IL" sz="8300" u="none" cap="none" strike="noStrike">
                <a:solidFill>
                  <a:schemeClr val="dk1"/>
                </a:solidFill>
                <a:latin typeface="Source Sans Pro"/>
                <a:ea typeface="Source Sans Pro"/>
                <a:cs typeface="Source Sans Pro"/>
                <a:sym typeface="Source Sans Pro"/>
              </a:rPr>
              <a:t>COLOR SHEET</a:t>
            </a:r>
            <a:endParaRPr b="0" i="0" sz="8300" u="none" cap="none" strike="noStrike">
              <a:solidFill>
                <a:schemeClr val="dk1"/>
              </a:solidFill>
              <a:latin typeface="Source Sans Pro"/>
              <a:ea typeface="Source Sans Pro"/>
              <a:cs typeface="Source Sans Pro"/>
              <a:sym typeface="Source Sans Pro"/>
            </a:endParaRPr>
          </a:p>
        </p:txBody>
      </p:sp>
      <p:sp>
        <p:nvSpPr>
          <p:cNvPr id="74" name="Google Shape;74;p5"/>
          <p:cNvSpPr/>
          <p:nvPr/>
        </p:nvSpPr>
        <p:spPr>
          <a:xfrm>
            <a:off x="1452328" y="64535920"/>
            <a:ext cx="4988400" cy="3315300"/>
          </a:xfrm>
          <a:prstGeom prst="rect">
            <a:avLst/>
          </a:prstGeom>
          <a:gradFill>
            <a:gsLst>
              <a:gs pos="0">
                <a:schemeClr val="accent5"/>
              </a:gs>
              <a:gs pos="33000">
                <a:schemeClr val="accent4"/>
              </a:gs>
              <a:gs pos="66000">
                <a:schemeClr val="accent3"/>
              </a:gs>
              <a:gs pos="100000">
                <a:schemeClr val="accent2"/>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5" name="Google Shape;75;p5"/>
          <p:cNvSpPr/>
          <p:nvPr/>
        </p:nvSpPr>
        <p:spPr>
          <a:xfrm>
            <a:off x="8373192" y="10129463"/>
            <a:ext cx="765900" cy="3315300"/>
          </a:xfrm>
          <a:prstGeom prst="rect">
            <a:avLst/>
          </a:prstGeom>
          <a:gradFill>
            <a:gsLst>
              <a:gs pos="0">
                <a:schemeClr val="accent1"/>
              </a:gs>
              <a:gs pos="50000">
                <a:srgbClr val="E6568E">
                  <a:alpha val="49019"/>
                </a:srgbClr>
              </a:gs>
              <a:gs pos="100000">
                <a:schemeClr val="accent3"/>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6" name="Google Shape;76;p5"/>
          <p:cNvSpPr/>
          <p:nvPr/>
        </p:nvSpPr>
        <p:spPr>
          <a:xfrm>
            <a:off x="9220238" y="10129463"/>
            <a:ext cx="765900" cy="3315300"/>
          </a:xfrm>
          <a:prstGeom prst="rect">
            <a:avLst/>
          </a:prstGeom>
          <a:gradFill>
            <a:gsLst>
              <a:gs pos="0">
                <a:schemeClr val="accent2"/>
              </a:gs>
              <a:gs pos="50000">
                <a:srgbClr val="CE59C4">
                  <a:alpha val="49019"/>
                </a:srgbClr>
              </a:gs>
              <a:gs pos="100000">
                <a:schemeClr val="accent4"/>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7" name="Google Shape;77;p5"/>
          <p:cNvSpPr/>
          <p:nvPr/>
        </p:nvSpPr>
        <p:spPr>
          <a:xfrm>
            <a:off x="10067282" y="10129463"/>
            <a:ext cx="765900" cy="3315300"/>
          </a:xfrm>
          <a:prstGeom prst="rect">
            <a:avLst/>
          </a:prstGeom>
          <a:gradFill>
            <a:gsLst>
              <a:gs pos="0">
                <a:schemeClr val="accent3"/>
              </a:gs>
              <a:gs pos="50000">
                <a:srgbClr val="8766D0">
                  <a:alpha val="49019"/>
                </a:srgbClr>
              </a:gs>
              <a:gs pos="100000">
                <a:schemeClr val="accent5"/>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8" name="Google Shape;78;p5"/>
          <p:cNvSpPr/>
          <p:nvPr/>
        </p:nvSpPr>
        <p:spPr>
          <a:xfrm>
            <a:off x="10914327" y="10129463"/>
            <a:ext cx="765900" cy="3315300"/>
          </a:xfrm>
          <a:prstGeom prst="rect">
            <a:avLst/>
          </a:prstGeom>
          <a:gradFill>
            <a:gsLst>
              <a:gs pos="0">
                <a:schemeClr val="accent4"/>
              </a:gs>
              <a:gs pos="50000">
                <a:srgbClr val="6C9FF4">
                  <a:alpha val="49019"/>
                </a:srgbClr>
              </a:gs>
              <a:gs pos="100000">
                <a:schemeClr val="accent6"/>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79" name="Google Shape;79;p5"/>
          <p:cNvSpPr/>
          <p:nvPr/>
        </p:nvSpPr>
        <p:spPr>
          <a:xfrm>
            <a:off x="11761372" y="10129463"/>
            <a:ext cx="765900" cy="3315300"/>
          </a:xfrm>
          <a:prstGeom prst="rect">
            <a:avLst/>
          </a:prstGeom>
          <a:gradFill>
            <a:gsLst>
              <a:gs pos="0">
                <a:schemeClr val="accent5"/>
              </a:gs>
              <a:gs pos="33000">
                <a:srgbClr val="6C9FF4">
                  <a:alpha val="49019"/>
                </a:srgbClr>
              </a:gs>
              <a:gs pos="66000">
                <a:srgbClr val="5BC9B0">
                  <a:alpha val="49019"/>
                </a:srgbClr>
              </a:gs>
              <a:gs pos="100000">
                <a:schemeClr val="accent6"/>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0" name="Google Shape;80;p5"/>
          <p:cNvSpPr/>
          <p:nvPr/>
        </p:nvSpPr>
        <p:spPr>
          <a:xfrm>
            <a:off x="12608417" y="10129463"/>
            <a:ext cx="765900" cy="3315300"/>
          </a:xfrm>
          <a:prstGeom prst="rect">
            <a:avLst/>
          </a:prstGeom>
          <a:gradFill>
            <a:gsLst>
              <a:gs pos="0">
                <a:schemeClr val="accent6"/>
              </a:gs>
              <a:gs pos="100000">
                <a:srgbClr val="36A48B"/>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1" name="Google Shape;81;p5"/>
          <p:cNvSpPr/>
          <p:nvPr/>
        </p:nvSpPr>
        <p:spPr>
          <a:xfrm>
            <a:off x="8373192" y="14728796"/>
            <a:ext cx="765900" cy="3315300"/>
          </a:xfrm>
          <a:prstGeom prst="rect">
            <a:avLst/>
          </a:prstGeom>
          <a:gradFill>
            <a:gsLst>
              <a:gs pos="0">
                <a:schemeClr val="accent1"/>
              </a:gs>
              <a:gs pos="50000">
                <a:srgbClr val="E6568E">
                  <a:alpha val="49019"/>
                </a:srgbClr>
              </a:gs>
              <a:gs pos="100000">
                <a:schemeClr val="accent3"/>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2" name="Google Shape;82;p5"/>
          <p:cNvSpPr/>
          <p:nvPr/>
        </p:nvSpPr>
        <p:spPr>
          <a:xfrm>
            <a:off x="9220238" y="14728796"/>
            <a:ext cx="765900" cy="3315300"/>
          </a:xfrm>
          <a:prstGeom prst="rect">
            <a:avLst/>
          </a:prstGeom>
          <a:gradFill>
            <a:gsLst>
              <a:gs pos="0">
                <a:schemeClr val="accent2"/>
              </a:gs>
              <a:gs pos="50000">
                <a:srgbClr val="CE59C4">
                  <a:alpha val="49019"/>
                </a:srgbClr>
              </a:gs>
              <a:gs pos="100000">
                <a:schemeClr val="accent4"/>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3" name="Google Shape;83;p5"/>
          <p:cNvSpPr/>
          <p:nvPr/>
        </p:nvSpPr>
        <p:spPr>
          <a:xfrm>
            <a:off x="10067282" y="14728796"/>
            <a:ext cx="765900" cy="3315300"/>
          </a:xfrm>
          <a:prstGeom prst="rect">
            <a:avLst/>
          </a:prstGeom>
          <a:gradFill>
            <a:gsLst>
              <a:gs pos="0">
                <a:schemeClr val="accent3"/>
              </a:gs>
              <a:gs pos="50000">
                <a:srgbClr val="8766D0">
                  <a:alpha val="49019"/>
                </a:srgbClr>
              </a:gs>
              <a:gs pos="100000">
                <a:schemeClr val="accent5"/>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4" name="Google Shape;84;p5"/>
          <p:cNvSpPr/>
          <p:nvPr/>
        </p:nvSpPr>
        <p:spPr>
          <a:xfrm>
            <a:off x="10914327" y="14728796"/>
            <a:ext cx="765900" cy="3315300"/>
          </a:xfrm>
          <a:prstGeom prst="rect">
            <a:avLst/>
          </a:prstGeom>
          <a:gradFill>
            <a:gsLst>
              <a:gs pos="0">
                <a:schemeClr val="accent4"/>
              </a:gs>
              <a:gs pos="50000">
                <a:srgbClr val="6C9FF4">
                  <a:alpha val="49019"/>
                </a:srgbClr>
              </a:gs>
              <a:gs pos="100000">
                <a:schemeClr val="accent6"/>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5" name="Google Shape;85;p5"/>
          <p:cNvSpPr/>
          <p:nvPr/>
        </p:nvSpPr>
        <p:spPr>
          <a:xfrm>
            <a:off x="11761372" y="14728796"/>
            <a:ext cx="765900" cy="3315300"/>
          </a:xfrm>
          <a:prstGeom prst="rect">
            <a:avLst/>
          </a:prstGeom>
          <a:gradFill>
            <a:gsLst>
              <a:gs pos="0">
                <a:schemeClr val="accent5"/>
              </a:gs>
              <a:gs pos="100000">
                <a:schemeClr val="accent6"/>
              </a:gs>
            </a:gsLst>
            <a:lin ang="660013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6" name="Google Shape;86;p5"/>
          <p:cNvSpPr/>
          <p:nvPr/>
        </p:nvSpPr>
        <p:spPr>
          <a:xfrm>
            <a:off x="12608417" y="14728796"/>
            <a:ext cx="765900" cy="3315300"/>
          </a:xfrm>
          <a:prstGeom prst="rect">
            <a:avLst/>
          </a:prstGeom>
          <a:gradFill>
            <a:gsLst>
              <a:gs pos="0">
                <a:schemeClr val="accent6"/>
              </a:gs>
              <a:gs pos="100000">
                <a:srgbClr val="36A48B"/>
              </a:gs>
            </a:gsLst>
            <a:lin ang="18599929"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7" name="Google Shape;87;p5"/>
          <p:cNvSpPr/>
          <p:nvPr/>
        </p:nvSpPr>
        <p:spPr>
          <a:xfrm>
            <a:off x="8373192" y="19214330"/>
            <a:ext cx="765900" cy="3315300"/>
          </a:xfrm>
          <a:prstGeom prst="rect">
            <a:avLst/>
          </a:prstGeom>
          <a:gradFill>
            <a:gsLst>
              <a:gs pos="0">
                <a:schemeClr val="accent1"/>
              </a:gs>
              <a:gs pos="50000">
                <a:srgbClr val="E6568E">
                  <a:alpha val="49019"/>
                </a:srgbClr>
              </a:gs>
              <a:gs pos="100000">
                <a:schemeClr val="accent3"/>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8" name="Google Shape;88;p5"/>
          <p:cNvSpPr/>
          <p:nvPr/>
        </p:nvSpPr>
        <p:spPr>
          <a:xfrm>
            <a:off x="9220238" y="19214330"/>
            <a:ext cx="765900" cy="3315300"/>
          </a:xfrm>
          <a:prstGeom prst="rect">
            <a:avLst/>
          </a:prstGeom>
          <a:gradFill>
            <a:gsLst>
              <a:gs pos="0">
                <a:schemeClr val="accent2"/>
              </a:gs>
              <a:gs pos="50000">
                <a:srgbClr val="CE59C4">
                  <a:alpha val="49019"/>
                </a:srgbClr>
              </a:gs>
              <a:gs pos="100000">
                <a:schemeClr val="accent4"/>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89" name="Google Shape;89;p5"/>
          <p:cNvSpPr/>
          <p:nvPr/>
        </p:nvSpPr>
        <p:spPr>
          <a:xfrm>
            <a:off x="10067282" y="19214330"/>
            <a:ext cx="765900" cy="3315300"/>
          </a:xfrm>
          <a:prstGeom prst="rect">
            <a:avLst/>
          </a:prstGeom>
          <a:gradFill>
            <a:gsLst>
              <a:gs pos="0">
                <a:schemeClr val="accent3"/>
              </a:gs>
              <a:gs pos="50000">
                <a:srgbClr val="8766D0">
                  <a:alpha val="49019"/>
                </a:srgbClr>
              </a:gs>
              <a:gs pos="100000">
                <a:schemeClr val="accent5"/>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0" name="Google Shape;90;p5"/>
          <p:cNvSpPr/>
          <p:nvPr/>
        </p:nvSpPr>
        <p:spPr>
          <a:xfrm>
            <a:off x="10914327" y="19214330"/>
            <a:ext cx="765900" cy="3315300"/>
          </a:xfrm>
          <a:prstGeom prst="rect">
            <a:avLst/>
          </a:prstGeom>
          <a:gradFill>
            <a:gsLst>
              <a:gs pos="0">
                <a:schemeClr val="accent4"/>
              </a:gs>
              <a:gs pos="50000">
                <a:srgbClr val="6C9FF4">
                  <a:alpha val="49019"/>
                </a:srgbClr>
              </a:gs>
              <a:gs pos="100000">
                <a:schemeClr val="accent6"/>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1" name="Google Shape;91;p5"/>
          <p:cNvSpPr/>
          <p:nvPr/>
        </p:nvSpPr>
        <p:spPr>
          <a:xfrm>
            <a:off x="11761372" y="19214330"/>
            <a:ext cx="765900" cy="3315300"/>
          </a:xfrm>
          <a:prstGeom prst="rect">
            <a:avLst/>
          </a:prstGeom>
          <a:gradFill>
            <a:gsLst>
              <a:gs pos="0">
                <a:schemeClr val="accent5"/>
              </a:gs>
              <a:gs pos="100000">
                <a:schemeClr val="accent6"/>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2" name="Google Shape;92;p5"/>
          <p:cNvSpPr/>
          <p:nvPr/>
        </p:nvSpPr>
        <p:spPr>
          <a:xfrm>
            <a:off x="12608417" y="19214330"/>
            <a:ext cx="765900" cy="3315300"/>
          </a:xfrm>
          <a:prstGeom prst="rect">
            <a:avLst/>
          </a:prstGeom>
          <a:gradFill>
            <a:gsLst>
              <a:gs pos="0">
                <a:schemeClr val="accent6"/>
              </a:gs>
              <a:gs pos="100000">
                <a:srgbClr val="36A48B"/>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3" name="Google Shape;93;p5"/>
          <p:cNvSpPr/>
          <p:nvPr/>
        </p:nvSpPr>
        <p:spPr>
          <a:xfrm>
            <a:off x="8373192" y="23699863"/>
            <a:ext cx="765900" cy="3315300"/>
          </a:xfrm>
          <a:prstGeom prst="rect">
            <a:avLst/>
          </a:prstGeom>
          <a:gradFill>
            <a:gsLst>
              <a:gs pos="0">
                <a:schemeClr val="accent1"/>
              </a:gs>
              <a:gs pos="50000">
                <a:srgbClr val="E6568E">
                  <a:alpha val="49019"/>
                </a:srgbClr>
              </a:gs>
              <a:gs pos="100000">
                <a:schemeClr val="accent3"/>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4" name="Google Shape;94;p5"/>
          <p:cNvSpPr/>
          <p:nvPr/>
        </p:nvSpPr>
        <p:spPr>
          <a:xfrm>
            <a:off x="9220238" y="23699863"/>
            <a:ext cx="765900" cy="3315300"/>
          </a:xfrm>
          <a:prstGeom prst="rect">
            <a:avLst/>
          </a:prstGeom>
          <a:gradFill>
            <a:gsLst>
              <a:gs pos="0">
                <a:schemeClr val="accent2"/>
              </a:gs>
              <a:gs pos="50000">
                <a:srgbClr val="CE59C4">
                  <a:alpha val="49019"/>
                </a:srgbClr>
              </a:gs>
              <a:gs pos="100000">
                <a:schemeClr val="accent4"/>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5" name="Google Shape;95;p5"/>
          <p:cNvSpPr/>
          <p:nvPr/>
        </p:nvSpPr>
        <p:spPr>
          <a:xfrm>
            <a:off x="10067282" y="23699863"/>
            <a:ext cx="765900" cy="3315300"/>
          </a:xfrm>
          <a:prstGeom prst="rect">
            <a:avLst/>
          </a:prstGeom>
          <a:gradFill>
            <a:gsLst>
              <a:gs pos="0">
                <a:schemeClr val="accent3"/>
              </a:gs>
              <a:gs pos="50000">
                <a:srgbClr val="8766D0">
                  <a:alpha val="49019"/>
                </a:srgbClr>
              </a:gs>
              <a:gs pos="100000">
                <a:schemeClr val="accent5"/>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6" name="Google Shape;96;p5"/>
          <p:cNvSpPr/>
          <p:nvPr/>
        </p:nvSpPr>
        <p:spPr>
          <a:xfrm>
            <a:off x="10914327" y="23699863"/>
            <a:ext cx="765900" cy="3315300"/>
          </a:xfrm>
          <a:prstGeom prst="rect">
            <a:avLst/>
          </a:prstGeom>
          <a:gradFill>
            <a:gsLst>
              <a:gs pos="0">
                <a:schemeClr val="accent4"/>
              </a:gs>
              <a:gs pos="50000">
                <a:srgbClr val="6C9FF4">
                  <a:alpha val="49019"/>
                </a:srgbClr>
              </a:gs>
              <a:gs pos="100000">
                <a:schemeClr val="accent6"/>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7" name="Google Shape;97;p5"/>
          <p:cNvSpPr/>
          <p:nvPr/>
        </p:nvSpPr>
        <p:spPr>
          <a:xfrm>
            <a:off x="11758039" y="23699863"/>
            <a:ext cx="765900" cy="3315300"/>
          </a:xfrm>
          <a:prstGeom prst="rect">
            <a:avLst/>
          </a:prstGeom>
          <a:gradFill>
            <a:gsLst>
              <a:gs pos="0">
                <a:schemeClr val="accent5"/>
              </a:gs>
              <a:gs pos="100000">
                <a:schemeClr val="accent6"/>
              </a:gs>
            </a:gsLst>
            <a:lin ang="3000122"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98" name="Google Shape;98;p5"/>
          <p:cNvSpPr/>
          <p:nvPr/>
        </p:nvSpPr>
        <p:spPr>
          <a:xfrm>
            <a:off x="12608417" y="23699863"/>
            <a:ext cx="765900" cy="3315300"/>
          </a:xfrm>
          <a:prstGeom prst="rect">
            <a:avLst/>
          </a:prstGeom>
          <a:gradFill>
            <a:gsLst>
              <a:gs pos="0">
                <a:schemeClr val="accent6"/>
              </a:gs>
              <a:gs pos="100000">
                <a:srgbClr val="36A48B"/>
              </a:gs>
            </a:gsLst>
            <a:lin ang="14999920" scaled="0"/>
          </a:gra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5_01 - BLANK">
  <p:cSld name="35_01 - BLANK">
    <p:spTree>
      <p:nvGrpSpPr>
        <p:cNvPr id="99" name="Shape 99"/>
        <p:cNvGrpSpPr/>
        <p:nvPr/>
      </p:nvGrpSpPr>
      <p:grpSpPr>
        <a:xfrm>
          <a:off x="0" y="0"/>
          <a:ext cx="0" cy="0"/>
          <a:chOff x="0" y="0"/>
          <a:chExt cx="0" cy="0"/>
        </a:xfrm>
      </p:grpSpPr>
      <p:sp>
        <p:nvSpPr>
          <p:cNvPr id="100" name="Google Shape;100;p6"/>
          <p:cNvSpPr/>
          <p:nvPr/>
        </p:nvSpPr>
        <p:spPr>
          <a:xfrm>
            <a:off x="0" y="35701100"/>
            <a:ext cx="7905900" cy="2400000"/>
          </a:xfrm>
          <a:prstGeom prst="roundRect">
            <a:avLst>
              <a:gd fmla="val 0" name="adj"/>
            </a:avLst>
          </a:prstGeom>
          <a:solidFill>
            <a:schemeClr val="lt2"/>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101" name="Google Shape;101;p6"/>
          <p:cNvSpPr/>
          <p:nvPr/>
        </p:nvSpPr>
        <p:spPr>
          <a:xfrm>
            <a:off x="0" y="-7"/>
            <a:ext cx="7905900" cy="2400000"/>
          </a:xfrm>
          <a:prstGeom prst="roundRect">
            <a:avLst>
              <a:gd fmla="val 0" name="adj"/>
            </a:avLst>
          </a:prstGeom>
          <a:solidFill>
            <a:schemeClr val="lt2"/>
          </a:solidFill>
          <a:ln>
            <a:noFill/>
          </a:ln>
        </p:spPr>
        <p:txBody>
          <a:bodyPr anchorCtr="0" anchor="ctr" bIns="22850" lIns="45725" spcFirstLastPara="1" rIns="45725" wrap="square" tIns="2285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Source Sans Pro"/>
              <a:ea typeface="Source Sans Pro"/>
              <a:cs typeface="Source Sans Pro"/>
              <a:sym typeface="Source Sans Pro"/>
            </a:endParaRPr>
          </a:p>
        </p:txBody>
      </p:sp>
      <p:sp>
        <p:nvSpPr>
          <p:cNvPr id="102" name="Google Shape;102;p6"/>
          <p:cNvSpPr txBox="1"/>
          <p:nvPr/>
        </p:nvSpPr>
        <p:spPr>
          <a:xfrm>
            <a:off x="3697585" y="34504190"/>
            <a:ext cx="3615300" cy="2394000"/>
          </a:xfrm>
          <a:prstGeom prst="rect">
            <a:avLst/>
          </a:prstGeom>
          <a:noFill/>
          <a:ln>
            <a:noFill/>
          </a:ln>
        </p:spPr>
        <p:txBody>
          <a:bodyPr anchorCtr="0" anchor="t" bIns="22850" lIns="45725" spcFirstLastPara="1" rIns="45725" wrap="square" tIns="22850">
            <a:noAutofit/>
          </a:bodyPr>
          <a:lstStyle/>
          <a:p>
            <a:pPr indent="0" lvl="0" marL="0" marR="0" rtl="0" algn="r">
              <a:lnSpc>
                <a:spcPct val="100000"/>
              </a:lnSpc>
              <a:spcBef>
                <a:spcPts val="0"/>
              </a:spcBef>
              <a:spcAft>
                <a:spcPts val="0"/>
              </a:spcAft>
              <a:buClr>
                <a:srgbClr val="000000"/>
              </a:buClr>
              <a:buSzPts val="1800"/>
              <a:buFont typeface="Arial"/>
              <a:buNone/>
            </a:pPr>
            <a:r>
              <a:rPr b="0" i="0" lang="iw-IL" sz="1800" u="none" cap="none" strike="noStrike">
                <a:solidFill>
                  <a:srgbClr val="BFBFBF"/>
                </a:solidFill>
                <a:latin typeface="Source Sans Pro"/>
                <a:ea typeface="Source Sans Pro"/>
                <a:cs typeface="Source Sans Pro"/>
                <a:sym typeface="Source Sans Pro"/>
              </a:rPr>
              <a:t>www.company.com</a:t>
            </a:r>
            <a:endParaRPr b="0" i="0" sz="1800" u="none" cap="none" strike="noStrike">
              <a:solidFill>
                <a:srgbClr val="BFBFBF"/>
              </a:solidFill>
              <a:latin typeface="Source Sans Pro"/>
              <a:ea typeface="Source Sans Pro"/>
              <a:cs typeface="Source Sans Pro"/>
              <a:sym typeface="Source Sans Pro"/>
            </a:endParaRPr>
          </a:p>
        </p:txBody>
      </p:sp>
      <p:sp>
        <p:nvSpPr>
          <p:cNvPr id="103" name="Google Shape;103;p6"/>
          <p:cNvSpPr txBox="1"/>
          <p:nvPr>
            <p:ph type="title"/>
          </p:nvPr>
        </p:nvSpPr>
        <p:spPr>
          <a:xfrm>
            <a:off x="592931" y="1137911"/>
            <a:ext cx="5567100" cy="2804400"/>
          </a:xfrm>
          <a:prstGeom prst="rect">
            <a:avLst/>
          </a:prstGeom>
          <a:noFill/>
          <a:ln>
            <a:noFill/>
          </a:ln>
        </p:spPr>
        <p:txBody>
          <a:bodyPr anchorCtr="0" anchor="t" bIns="22850" lIns="45725" spcFirstLastPara="1" rIns="45725" wrap="square" tIns="22850">
            <a:noAutofit/>
          </a:bodyPr>
          <a:lstStyle>
            <a:lvl1pPr lvl="0" marR="0" rtl="0" algn="l">
              <a:lnSpc>
                <a:spcPct val="90000"/>
              </a:lnSpc>
              <a:spcBef>
                <a:spcPts val="0"/>
              </a:spcBef>
              <a:spcAft>
                <a:spcPts val="0"/>
              </a:spcAft>
              <a:buClr>
                <a:schemeClr val="lt1"/>
              </a:buClr>
              <a:buSzPts val="2400"/>
              <a:buFont typeface="Source Sans Pro"/>
              <a:buNone/>
              <a:defRPr b="0" i="0" sz="2400" u="none" cap="none" strike="noStrike">
                <a:solidFill>
                  <a:schemeClr val="dk1"/>
                </a:solidFill>
                <a:latin typeface="Source Sans Pro"/>
                <a:ea typeface="Source Sans Pro"/>
                <a:cs typeface="Source Sans Pro"/>
                <a:sym typeface="Source Sans Pro"/>
              </a:defRPr>
            </a:lvl1pPr>
            <a:lvl2pPr lvl="1"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Lst>
  <mc:AlternateContent>
    <mc:Choice Requires="p14">
      <p:transition spd="slow" p14:dur="1400">
        <p14:prism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4.pn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22A35"/>
        </a:solidFill>
      </p:bgPr>
    </p:bg>
    <p:spTree>
      <p:nvGrpSpPr>
        <p:cNvPr id="108" name="Shape 108"/>
        <p:cNvGrpSpPr/>
        <p:nvPr/>
      </p:nvGrpSpPr>
      <p:grpSpPr>
        <a:xfrm>
          <a:off x="0" y="0"/>
          <a:ext cx="0" cy="0"/>
          <a:chOff x="0" y="0"/>
          <a:chExt cx="0" cy="0"/>
        </a:xfrm>
      </p:grpSpPr>
      <p:grpSp>
        <p:nvGrpSpPr>
          <p:cNvPr id="109" name="Google Shape;109;p7"/>
          <p:cNvGrpSpPr/>
          <p:nvPr/>
        </p:nvGrpSpPr>
        <p:grpSpPr>
          <a:xfrm>
            <a:off x="327236" y="29809870"/>
            <a:ext cx="6794079" cy="5741341"/>
            <a:chOff x="838128" y="2155837"/>
            <a:chExt cx="2695849" cy="2278129"/>
          </a:xfrm>
        </p:grpSpPr>
        <p:sp>
          <p:nvSpPr>
            <p:cNvPr id="110" name="Google Shape;110;p7"/>
            <p:cNvSpPr/>
            <p:nvPr/>
          </p:nvSpPr>
          <p:spPr>
            <a:xfrm>
              <a:off x="1638812" y="3612537"/>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7"/>
            <p:cNvSpPr/>
            <p:nvPr/>
          </p:nvSpPr>
          <p:spPr>
            <a:xfrm>
              <a:off x="1664466" y="3676672"/>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7"/>
            <p:cNvSpPr/>
            <p:nvPr/>
          </p:nvSpPr>
          <p:spPr>
            <a:xfrm>
              <a:off x="1696578" y="3737907"/>
              <a:ext cx="55326" cy="55378"/>
            </a:xfrm>
            <a:custGeom>
              <a:rect b="b" l="l" r="r" t="t"/>
              <a:pathLst>
                <a:path extrusionOk="0" h="55378" w="55326">
                  <a:moveTo>
                    <a:pt x="46736" y="46128"/>
                  </a:moveTo>
                  <a:cubicBezTo>
                    <a:pt x="35928" y="56946"/>
                    <a:pt x="18416" y="56946"/>
                    <a:pt x="7619" y="46128"/>
                  </a:cubicBezTo>
                  <a:cubicBezTo>
                    <a:pt x="-3179" y="35309"/>
                    <a:pt x="-3167" y="17796"/>
                    <a:pt x="7641" y="6977"/>
                  </a:cubicBezTo>
                  <a:cubicBezTo>
                    <a:pt x="18449" y="-3842"/>
                    <a:pt x="35938" y="-3842"/>
                    <a:pt x="46736" y="6977"/>
                  </a:cubicBezTo>
                  <a:cubicBezTo>
                    <a:pt x="57544" y="17796"/>
                    <a:pt x="57566" y="35309"/>
                    <a:pt x="46769" y="46128"/>
                  </a:cubicBezTo>
                  <a:cubicBezTo>
                    <a:pt x="46758" y="46128"/>
                    <a:pt x="46746" y="46128"/>
                    <a:pt x="46736"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7"/>
            <p:cNvSpPr/>
            <p:nvPr/>
          </p:nvSpPr>
          <p:spPr>
            <a:xfrm>
              <a:off x="1734289" y="3795573"/>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7"/>
            <p:cNvSpPr/>
            <p:nvPr/>
          </p:nvSpPr>
          <p:spPr>
            <a:xfrm>
              <a:off x="1777790" y="3849222"/>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7"/>
            <p:cNvSpPr/>
            <p:nvPr/>
          </p:nvSpPr>
          <p:spPr>
            <a:xfrm>
              <a:off x="1826644" y="3898300"/>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7"/>
            <p:cNvSpPr/>
            <p:nvPr/>
          </p:nvSpPr>
          <p:spPr>
            <a:xfrm>
              <a:off x="1879513" y="3942246"/>
              <a:ext cx="55594" cy="55491"/>
            </a:xfrm>
            <a:custGeom>
              <a:rect b="b" l="l" r="r" t="t"/>
              <a:pathLst>
                <a:path extrusionOk="0" h="55491" w="55594">
                  <a:moveTo>
                    <a:pt x="46947" y="46239"/>
                  </a:moveTo>
                  <a:cubicBezTo>
                    <a:pt x="36106" y="57059"/>
                    <a:pt x="18516" y="57059"/>
                    <a:pt x="7675" y="46239"/>
                  </a:cubicBezTo>
                  <a:cubicBezTo>
                    <a:pt x="-3178" y="35420"/>
                    <a:pt x="-3189" y="17797"/>
                    <a:pt x="7652" y="6978"/>
                  </a:cubicBezTo>
                  <a:cubicBezTo>
                    <a:pt x="18494" y="-3842"/>
                    <a:pt x="36084" y="-3842"/>
                    <a:pt x="46937" y="6978"/>
                  </a:cubicBezTo>
                  <a:cubicBezTo>
                    <a:pt x="46937" y="6978"/>
                    <a:pt x="46947" y="6978"/>
                    <a:pt x="46947" y="6978"/>
                  </a:cubicBezTo>
                  <a:cubicBezTo>
                    <a:pt x="57789" y="17686"/>
                    <a:pt x="57856" y="35308"/>
                    <a:pt x="47092" y="46127"/>
                  </a:cubicBezTo>
                  <a:cubicBezTo>
                    <a:pt x="47037"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7"/>
            <p:cNvSpPr/>
            <p:nvPr/>
          </p:nvSpPr>
          <p:spPr>
            <a:xfrm>
              <a:off x="1936845" y="3980727"/>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7"/>
            <p:cNvSpPr/>
            <p:nvPr/>
          </p:nvSpPr>
          <p:spPr>
            <a:xfrm>
              <a:off x="1997745" y="4013296"/>
              <a:ext cx="55594" cy="55491"/>
            </a:xfrm>
            <a:custGeom>
              <a:rect b="b" l="l" r="r" t="t"/>
              <a:pathLst>
                <a:path extrusionOk="0" h="55491" w="55594">
                  <a:moveTo>
                    <a:pt x="46948" y="46239"/>
                  </a:moveTo>
                  <a:cubicBezTo>
                    <a:pt x="36106" y="57059"/>
                    <a:pt x="18516" y="57059"/>
                    <a:pt x="7674" y="46239"/>
                  </a:cubicBezTo>
                  <a:cubicBezTo>
                    <a:pt x="-3178" y="35420"/>
                    <a:pt x="-3190" y="17797"/>
                    <a:pt x="7652" y="6978"/>
                  </a:cubicBezTo>
                  <a:cubicBezTo>
                    <a:pt x="18494" y="-3842"/>
                    <a:pt x="36084" y="-3842"/>
                    <a:pt x="46936" y="6978"/>
                  </a:cubicBezTo>
                  <a:cubicBezTo>
                    <a:pt x="46936" y="6978"/>
                    <a:pt x="46948" y="6978"/>
                    <a:pt x="46948" y="6978"/>
                  </a:cubicBezTo>
                  <a:cubicBezTo>
                    <a:pt x="57789" y="17686"/>
                    <a:pt x="57856" y="35308"/>
                    <a:pt x="47093" y="46129"/>
                  </a:cubicBezTo>
                  <a:cubicBezTo>
                    <a:pt x="47048" y="46129"/>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7"/>
            <p:cNvSpPr/>
            <p:nvPr/>
          </p:nvSpPr>
          <p:spPr>
            <a:xfrm>
              <a:off x="2061545" y="4039619"/>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89" y="17686"/>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7"/>
            <p:cNvSpPr/>
            <p:nvPr/>
          </p:nvSpPr>
          <p:spPr>
            <a:xfrm>
              <a:off x="2127800" y="4059920"/>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7"/>
            <p:cNvSpPr/>
            <p:nvPr/>
          </p:nvSpPr>
          <p:spPr>
            <a:xfrm>
              <a:off x="2195504" y="4072635"/>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7"/>
            <p:cNvSpPr/>
            <p:nvPr/>
          </p:nvSpPr>
          <p:spPr>
            <a:xfrm>
              <a:off x="2264424" y="4079104"/>
              <a:ext cx="55326" cy="55379"/>
            </a:xfrm>
            <a:custGeom>
              <a:rect b="b" l="l" r="r" t="t"/>
              <a:pathLst>
                <a:path extrusionOk="0" h="55379" w="55326">
                  <a:moveTo>
                    <a:pt x="46735" y="46128"/>
                  </a:moveTo>
                  <a:cubicBezTo>
                    <a:pt x="35927" y="56948"/>
                    <a:pt x="18405" y="56948"/>
                    <a:pt x="7619" y="46128"/>
                  </a:cubicBezTo>
                  <a:cubicBezTo>
                    <a:pt x="-3178" y="35309"/>
                    <a:pt x="-3167" y="17798"/>
                    <a:pt x="7641" y="6977"/>
                  </a:cubicBezTo>
                  <a:cubicBezTo>
                    <a:pt x="18449" y="-3842"/>
                    <a:pt x="35939" y="-3842"/>
                    <a:pt x="46735" y="6977"/>
                  </a:cubicBezTo>
                  <a:cubicBezTo>
                    <a:pt x="57543" y="17798"/>
                    <a:pt x="57566" y="35309"/>
                    <a:pt x="46769" y="46128"/>
                  </a:cubicBezTo>
                  <a:cubicBezTo>
                    <a:pt x="46758" y="46128"/>
                    <a:pt x="46747"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7"/>
            <p:cNvSpPr/>
            <p:nvPr/>
          </p:nvSpPr>
          <p:spPr>
            <a:xfrm>
              <a:off x="2333255" y="4078547"/>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7"/>
            <p:cNvSpPr/>
            <p:nvPr/>
          </p:nvSpPr>
          <p:spPr>
            <a:xfrm>
              <a:off x="2401907" y="4071088"/>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6"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7"/>
            <p:cNvSpPr/>
            <p:nvPr/>
          </p:nvSpPr>
          <p:spPr>
            <a:xfrm>
              <a:off x="2469556" y="4056908"/>
              <a:ext cx="55550" cy="55490"/>
            </a:xfrm>
            <a:custGeom>
              <a:rect b="b" l="l" r="r" t="t"/>
              <a:pathLst>
                <a:path extrusionOk="0" h="55490" w="55550">
                  <a:moveTo>
                    <a:pt x="46947" y="46239"/>
                  </a:moveTo>
                  <a:cubicBezTo>
                    <a:pt x="36106"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7"/>
            <p:cNvSpPr/>
            <p:nvPr/>
          </p:nvSpPr>
          <p:spPr>
            <a:xfrm>
              <a:off x="2535308" y="4036064"/>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4" y="-3856"/>
                    <a:pt x="46880"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7"/>
            <p:cNvSpPr/>
            <p:nvPr/>
          </p:nvSpPr>
          <p:spPr>
            <a:xfrm>
              <a:off x="2598718" y="4008835"/>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7"/>
            <p:cNvSpPr/>
            <p:nvPr/>
          </p:nvSpPr>
          <p:spPr>
            <a:xfrm>
              <a:off x="2659116" y="3975276"/>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7"/>
            <p:cNvSpPr/>
            <p:nvPr/>
          </p:nvSpPr>
          <p:spPr>
            <a:xfrm>
              <a:off x="2715945" y="3936000"/>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7"/>
            <p:cNvSpPr/>
            <p:nvPr/>
          </p:nvSpPr>
          <p:spPr>
            <a:xfrm>
              <a:off x="2768480" y="3891273"/>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7"/>
            <p:cNvSpPr/>
            <p:nvPr/>
          </p:nvSpPr>
          <p:spPr>
            <a:xfrm>
              <a:off x="2816331" y="3841415"/>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7"/>
            <p:cNvSpPr/>
            <p:nvPr/>
          </p:nvSpPr>
          <p:spPr>
            <a:xfrm>
              <a:off x="2858883" y="3787110"/>
              <a:ext cx="55548" cy="55574"/>
            </a:xfrm>
            <a:custGeom>
              <a:rect b="b" l="l" r="r" t="t"/>
              <a:pathLst>
                <a:path extrusionOk="0" h="55574" w="55548">
                  <a:moveTo>
                    <a:pt x="47003" y="46225"/>
                  </a:moveTo>
                  <a:cubicBezTo>
                    <a:pt x="36195" y="57156"/>
                    <a:pt x="18606" y="57156"/>
                    <a:pt x="7730" y="46337"/>
                  </a:cubicBezTo>
                  <a:cubicBezTo>
                    <a:pt x="-3156" y="35517"/>
                    <a:pt x="-3212" y="18006"/>
                    <a:pt x="7597" y="7075"/>
                  </a:cubicBezTo>
                  <a:cubicBezTo>
                    <a:pt x="18416" y="-3856"/>
                    <a:pt x="35994" y="-3856"/>
                    <a:pt x="46881"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3" name="Google Shape;133;p7"/>
            <p:cNvSpPr/>
            <p:nvPr/>
          </p:nvSpPr>
          <p:spPr>
            <a:xfrm>
              <a:off x="2895969" y="3728872"/>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4" name="Google Shape;134;p7"/>
            <p:cNvSpPr/>
            <p:nvPr/>
          </p:nvSpPr>
          <p:spPr>
            <a:xfrm>
              <a:off x="2926978" y="3667191"/>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7"/>
            <p:cNvSpPr/>
            <p:nvPr/>
          </p:nvSpPr>
          <p:spPr>
            <a:xfrm>
              <a:off x="2951739" y="3602610"/>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7"/>
            <p:cNvSpPr/>
            <p:nvPr/>
          </p:nvSpPr>
          <p:spPr>
            <a:xfrm>
              <a:off x="2969920" y="3535686"/>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7"/>
            <p:cNvSpPr/>
            <p:nvPr/>
          </p:nvSpPr>
          <p:spPr>
            <a:xfrm>
              <a:off x="2981409" y="3468093"/>
              <a:ext cx="55550" cy="55491"/>
            </a:xfrm>
            <a:custGeom>
              <a:rect b="b" l="l" r="r" t="t"/>
              <a:pathLst>
                <a:path extrusionOk="0" h="55491" w="55550">
                  <a:moveTo>
                    <a:pt x="46948" y="46239"/>
                  </a:moveTo>
                  <a:cubicBezTo>
                    <a:pt x="36106" y="57059"/>
                    <a:pt x="18516" y="57059"/>
                    <a:pt x="7674" y="46239"/>
                  </a:cubicBezTo>
                  <a:cubicBezTo>
                    <a:pt x="-3178" y="35420"/>
                    <a:pt x="-3190" y="17797"/>
                    <a:pt x="7652" y="6978"/>
                  </a:cubicBezTo>
                  <a:cubicBezTo>
                    <a:pt x="18494" y="-3842"/>
                    <a:pt x="36084" y="-3842"/>
                    <a:pt x="46936" y="6978"/>
                  </a:cubicBezTo>
                  <a:cubicBezTo>
                    <a:pt x="46936" y="6978"/>
                    <a:pt x="46948" y="6978"/>
                    <a:pt x="46948" y="6978"/>
                  </a:cubicBezTo>
                  <a:cubicBezTo>
                    <a:pt x="57789" y="17797"/>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7"/>
            <p:cNvSpPr/>
            <p:nvPr/>
          </p:nvSpPr>
          <p:spPr>
            <a:xfrm>
              <a:off x="2986651" y="3399163"/>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7"/>
            <p:cNvSpPr/>
            <p:nvPr/>
          </p:nvSpPr>
          <p:spPr>
            <a:xfrm>
              <a:off x="2983806" y="3330133"/>
              <a:ext cx="55548" cy="55574"/>
            </a:xfrm>
            <a:custGeom>
              <a:rect b="b" l="l" r="r" t="t"/>
              <a:pathLst>
                <a:path extrusionOk="0" h="55574" w="55548">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7"/>
            <p:cNvSpPr/>
            <p:nvPr/>
          </p:nvSpPr>
          <p:spPr>
            <a:xfrm>
              <a:off x="2974716" y="3261746"/>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4"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7"/>
            <p:cNvSpPr/>
            <p:nvPr/>
          </p:nvSpPr>
          <p:spPr>
            <a:xfrm>
              <a:off x="2958878" y="3194489"/>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7"/>
            <p:cNvSpPr/>
            <p:nvPr/>
          </p:nvSpPr>
          <p:spPr>
            <a:xfrm>
              <a:off x="2936347" y="3129237"/>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4" y="-3842"/>
                    <a:pt x="36084" y="-3842"/>
                    <a:pt x="46937" y="6978"/>
                  </a:cubicBezTo>
                  <a:cubicBezTo>
                    <a:pt x="46937" y="6978"/>
                    <a:pt x="46947" y="6978"/>
                    <a:pt x="46947" y="6978"/>
                  </a:cubicBezTo>
                  <a:cubicBezTo>
                    <a:pt x="57789" y="17797"/>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7"/>
            <p:cNvSpPr/>
            <p:nvPr/>
          </p:nvSpPr>
          <p:spPr>
            <a:xfrm>
              <a:off x="2907570" y="3066553"/>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7"/>
            <p:cNvSpPr/>
            <p:nvPr/>
          </p:nvSpPr>
          <p:spPr>
            <a:xfrm>
              <a:off x="2872547" y="3006991"/>
              <a:ext cx="55550" cy="55490"/>
            </a:xfrm>
            <a:custGeom>
              <a:rect b="b" l="l" r="r" t="t"/>
              <a:pathLst>
                <a:path extrusionOk="0" h="55490" w="55550">
                  <a:moveTo>
                    <a:pt x="46947" y="46239"/>
                  </a:moveTo>
                  <a:cubicBezTo>
                    <a:pt x="36105"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7"/>
            <p:cNvSpPr/>
            <p:nvPr/>
          </p:nvSpPr>
          <p:spPr>
            <a:xfrm>
              <a:off x="2831834" y="2951221"/>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7"/>
            <p:cNvSpPr/>
            <p:nvPr/>
          </p:nvSpPr>
          <p:spPr>
            <a:xfrm>
              <a:off x="2785880" y="2899914"/>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7"/>
            <p:cNvSpPr/>
            <p:nvPr/>
          </p:nvSpPr>
          <p:spPr>
            <a:xfrm>
              <a:off x="2734740" y="2853192"/>
              <a:ext cx="55548" cy="55575"/>
            </a:xfrm>
            <a:custGeom>
              <a:rect b="b" l="l" r="r" t="t"/>
              <a:pathLst>
                <a:path extrusionOk="0" h="55575" w="55548">
                  <a:moveTo>
                    <a:pt x="47003" y="46226"/>
                  </a:moveTo>
                  <a:cubicBezTo>
                    <a:pt x="36195" y="57157"/>
                    <a:pt x="18606" y="57157"/>
                    <a:pt x="7730" y="46337"/>
                  </a:cubicBezTo>
                  <a:cubicBezTo>
                    <a:pt x="-3156" y="35518"/>
                    <a:pt x="-3211" y="18007"/>
                    <a:pt x="7597" y="7076"/>
                  </a:cubicBezTo>
                  <a:cubicBezTo>
                    <a:pt x="18416" y="-3856"/>
                    <a:pt x="35994" y="-3856"/>
                    <a:pt x="46881" y="6964"/>
                  </a:cubicBezTo>
                  <a:cubicBezTo>
                    <a:pt x="46914" y="6964"/>
                    <a:pt x="46959" y="7076"/>
                    <a:pt x="47003" y="7076"/>
                  </a:cubicBezTo>
                  <a:cubicBezTo>
                    <a:pt x="57767" y="17895"/>
                    <a:pt x="57767" y="35406"/>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7"/>
            <p:cNvSpPr/>
            <p:nvPr/>
          </p:nvSpPr>
          <p:spPr>
            <a:xfrm>
              <a:off x="2679416" y="2811923"/>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 name="Google Shape;149;p7"/>
            <p:cNvSpPr/>
            <p:nvPr/>
          </p:nvSpPr>
          <p:spPr>
            <a:xfrm>
              <a:off x="2620189" y="2776343"/>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7"/>
            <p:cNvSpPr/>
            <p:nvPr/>
          </p:nvSpPr>
          <p:spPr>
            <a:xfrm>
              <a:off x="2557783" y="2746882"/>
              <a:ext cx="55593" cy="55490"/>
            </a:xfrm>
            <a:custGeom>
              <a:rect b="b" l="l" r="r" t="t"/>
              <a:pathLst>
                <a:path extrusionOk="0" h="55490" w="55593">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7"/>
            <p:cNvSpPr/>
            <p:nvPr/>
          </p:nvSpPr>
          <p:spPr>
            <a:xfrm>
              <a:off x="2492756" y="2723793"/>
              <a:ext cx="55594" cy="55491"/>
            </a:xfrm>
            <a:custGeom>
              <a:rect b="b" l="l" r="r" t="t"/>
              <a:pathLst>
                <a:path extrusionOk="0" h="55491" w="55594">
                  <a:moveTo>
                    <a:pt x="46947" y="46239"/>
                  </a:moveTo>
                  <a:cubicBezTo>
                    <a:pt x="36106" y="57059"/>
                    <a:pt x="18516" y="57059"/>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7"/>
            <p:cNvSpPr/>
            <p:nvPr/>
          </p:nvSpPr>
          <p:spPr>
            <a:xfrm>
              <a:off x="2425934" y="2707285"/>
              <a:ext cx="55415" cy="55378"/>
            </a:xfrm>
            <a:custGeom>
              <a:rect b="b" l="l" r="r" t="t"/>
              <a:pathLst>
                <a:path extrusionOk="0" h="55378" w="55415">
                  <a:moveTo>
                    <a:pt x="46734" y="46128"/>
                  </a:moveTo>
                  <a:cubicBezTo>
                    <a:pt x="35926" y="56946"/>
                    <a:pt x="18414" y="56946"/>
                    <a:pt x="7617" y="46128"/>
                  </a:cubicBezTo>
                  <a:cubicBezTo>
                    <a:pt x="-3180" y="35309"/>
                    <a:pt x="-3168" y="17798"/>
                    <a:pt x="7651" y="6977"/>
                  </a:cubicBezTo>
                  <a:cubicBezTo>
                    <a:pt x="18448" y="-3842"/>
                    <a:pt x="35937" y="-3842"/>
                    <a:pt x="46734" y="6977"/>
                  </a:cubicBezTo>
                  <a:cubicBezTo>
                    <a:pt x="57542" y="17574"/>
                    <a:pt x="57698" y="34974"/>
                    <a:pt x="47080" y="45793"/>
                  </a:cubicBezTo>
                  <a:cubicBezTo>
                    <a:pt x="46968" y="45904"/>
                    <a:pt x="46857" y="46016"/>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7"/>
            <p:cNvSpPr/>
            <p:nvPr/>
          </p:nvSpPr>
          <p:spPr>
            <a:xfrm>
              <a:off x="2357347" y="2697470"/>
              <a:ext cx="55593" cy="55490"/>
            </a:xfrm>
            <a:custGeom>
              <a:rect b="b" l="l" r="r" t="t"/>
              <a:pathLst>
                <a:path extrusionOk="0" h="55490" w="55593">
                  <a:moveTo>
                    <a:pt x="46947" y="46239"/>
                  </a:moveTo>
                  <a:cubicBezTo>
                    <a:pt x="36105"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686"/>
                    <a:pt x="57856" y="35309"/>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7"/>
            <p:cNvSpPr/>
            <p:nvPr/>
          </p:nvSpPr>
          <p:spPr>
            <a:xfrm>
              <a:off x="2288360" y="2694472"/>
              <a:ext cx="55639" cy="55575"/>
            </a:xfrm>
            <a:custGeom>
              <a:rect b="b" l="l" r="r" t="t"/>
              <a:pathLst>
                <a:path extrusionOk="0" h="55575" w="55639">
                  <a:moveTo>
                    <a:pt x="47003" y="46225"/>
                  </a:moveTo>
                  <a:cubicBezTo>
                    <a:pt x="36195" y="57157"/>
                    <a:pt x="18605" y="57157"/>
                    <a:pt x="7730" y="46337"/>
                  </a:cubicBezTo>
                  <a:cubicBezTo>
                    <a:pt x="-3156" y="35518"/>
                    <a:pt x="-3212" y="18007"/>
                    <a:pt x="7596" y="7075"/>
                  </a:cubicBezTo>
                  <a:cubicBezTo>
                    <a:pt x="18415" y="-3856"/>
                    <a:pt x="35994" y="-3856"/>
                    <a:pt x="46880" y="6964"/>
                  </a:cubicBezTo>
                  <a:cubicBezTo>
                    <a:pt x="46914" y="6964"/>
                    <a:pt x="46958" y="7075"/>
                    <a:pt x="47003" y="7075"/>
                  </a:cubicBezTo>
                  <a:cubicBezTo>
                    <a:pt x="57811" y="17783"/>
                    <a:pt x="57901" y="35183"/>
                    <a:pt x="47193" y="46003"/>
                  </a:cubicBezTo>
                  <a:cubicBezTo>
                    <a:pt x="47126" y="46113"/>
                    <a:pt x="47070" y="46113"/>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7"/>
            <p:cNvSpPr/>
            <p:nvPr/>
          </p:nvSpPr>
          <p:spPr>
            <a:xfrm>
              <a:off x="2219485" y="2698474"/>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7"/>
            <p:cNvSpPr/>
            <p:nvPr/>
          </p:nvSpPr>
          <p:spPr>
            <a:xfrm>
              <a:off x="2151334" y="2709294"/>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7"/>
            <p:cNvSpPr/>
            <p:nvPr/>
          </p:nvSpPr>
          <p:spPr>
            <a:xfrm>
              <a:off x="2084522" y="2726805"/>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7"/>
            <p:cNvSpPr/>
            <p:nvPr/>
          </p:nvSpPr>
          <p:spPr>
            <a:xfrm>
              <a:off x="2019830" y="2750898"/>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7"/>
            <p:cNvSpPr/>
            <p:nvPr/>
          </p:nvSpPr>
          <p:spPr>
            <a:xfrm>
              <a:off x="1957814" y="2781347"/>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7"/>
            <p:cNvSpPr/>
            <p:nvPr/>
          </p:nvSpPr>
          <p:spPr>
            <a:xfrm>
              <a:off x="1899144" y="2817821"/>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7"/>
            <p:cNvSpPr/>
            <p:nvPr/>
          </p:nvSpPr>
          <p:spPr>
            <a:xfrm>
              <a:off x="1844490" y="2859871"/>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7"/>
            <p:cNvSpPr/>
            <p:nvPr/>
          </p:nvSpPr>
          <p:spPr>
            <a:xfrm>
              <a:off x="1794130" y="2907178"/>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5" y="-3856"/>
                    <a:pt x="35995" y="-3856"/>
                    <a:pt x="46880" y="6963"/>
                  </a:cubicBezTo>
                  <a:cubicBezTo>
                    <a:pt x="46914" y="6963"/>
                    <a:pt x="46959" y="7075"/>
                    <a:pt x="47003" y="7075"/>
                  </a:cubicBezTo>
                  <a:cubicBezTo>
                    <a:pt x="57812"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7"/>
            <p:cNvSpPr/>
            <p:nvPr/>
          </p:nvSpPr>
          <p:spPr>
            <a:xfrm>
              <a:off x="1748566" y="2959364"/>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7"/>
            <p:cNvSpPr/>
            <p:nvPr/>
          </p:nvSpPr>
          <p:spPr>
            <a:xfrm>
              <a:off x="1709082" y="3015691"/>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7"/>
            <p:cNvSpPr/>
            <p:nvPr/>
          </p:nvSpPr>
          <p:spPr>
            <a:xfrm>
              <a:off x="1674895" y="3075713"/>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6" name="Google Shape;166;p7"/>
            <p:cNvSpPr/>
            <p:nvPr/>
          </p:nvSpPr>
          <p:spPr>
            <a:xfrm>
              <a:off x="1647010" y="3138845"/>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8"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7"/>
            <p:cNvSpPr/>
            <p:nvPr/>
          </p:nvSpPr>
          <p:spPr>
            <a:xfrm>
              <a:off x="1625873" y="3204526"/>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7"/>
            <p:cNvSpPr/>
            <p:nvPr/>
          </p:nvSpPr>
          <p:spPr>
            <a:xfrm>
              <a:off x="1610704" y="3271896"/>
              <a:ext cx="55550" cy="55490"/>
            </a:xfrm>
            <a:custGeom>
              <a:rect b="b" l="l" r="r" t="t"/>
              <a:pathLst>
                <a:path extrusionOk="0" h="55490" w="55550">
                  <a:moveTo>
                    <a:pt x="46947" y="46239"/>
                  </a:moveTo>
                  <a:cubicBezTo>
                    <a:pt x="36106"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7"/>
            <p:cNvSpPr/>
            <p:nvPr/>
          </p:nvSpPr>
          <p:spPr>
            <a:xfrm>
              <a:off x="1602562" y="3340493"/>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1601335" y="3409535"/>
              <a:ext cx="55593" cy="55491"/>
            </a:xfrm>
            <a:custGeom>
              <a:rect b="b" l="l" r="r" t="t"/>
              <a:pathLst>
                <a:path extrusionOk="0" h="55491" w="55593">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89" y="17686"/>
                    <a:pt x="57856" y="35308"/>
                    <a:pt x="47092" y="46129"/>
                  </a:cubicBezTo>
                  <a:cubicBezTo>
                    <a:pt x="47036"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1607023" y="3478355"/>
              <a:ext cx="55594" cy="55490"/>
            </a:xfrm>
            <a:custGeom>
              <a:rect b="b" l="l" r="r" t="t"/>
              <a:pathLst>
                <a:path extrusionOk="0" h="55490" w="55594">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1619728" y="3546282"/>
              <a:ext cx="55416" cy="55379"/>
            </a:xfrm>
            <a:custGeom>
              <a:rect b="b" l="l" r="r" t="t"/>
              <a:pathLst>
                <a:path extrusionOk="0" h="55379" w="55416">
                  <a:moveTo>
                    <a:pt x="46735" y="46127"/>
                  </a:moveTo>
                  <a:cubicBezTo>
                    <a:pt x="35927" y="56947"/>
                    <a:pt x="18416" y="56947"/>
                    <a:pt x="7618" y="46127"/>
                  </a:cubicBezTo>
                  <a:cubicBezTo>
                    <a:pt x="-3178" y="35308"/>
                    <a:pt x="-3167" y="17797"/>
                    <a:pt x="7641" y="6978"/>
                  </a:cubicBezTo>
                  <a:cubicBezTo>
                    <a:pt x="18449" y="-3842"/>
                    <a:pt x="35938" y="-3842"/>
                    <a:pt x="46735" y="6978"/>
                  </a:cubicBezTo>
                  <a:cubicBezTo>
                    <a:pt x="57543" y="17574"/>
                    <a:pt x="57700" y="34973"/>
                    <a:pt x="47081" y="45794"/>
                  </a:cubicBezTo>
                  <a:cubicBezTo>
                    <a:pt x="46970" y="45905"/>
                    <a:pt x="46847" y="46017"/>
                    <a:pt x="46735" y="46127"/>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1565977" y="3637633"/>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1591352" y="3701782"/>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05" y="-3856"/>
                    <a:pt x="35994" y="-3856"/>
                    <a:pt x="46880" y="6963"/>
                  </a:cubicBezTo>
                  <a:cubicBezTo>
                    <a:pt x="46914" y="6963"/>
                    <a:pt x="46959" y="7075"/>
                    <a:pt x="47003" y="7075"/>
                  </a:cubicBezTo>
                  <a:cubicBezTo>
                    <a:pt x="57812"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1622360" y="3763463"/>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1659335" y="3822118"/>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1700382" y="3877330"/>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1746782" y="3928527"/>
              <a:ext cx="55550" cy="55490"/>
            </a:xfrm>
            <a:custGeom>
              <a:rect b="b" l="l" r="r" t="t"/>
              <a:pathLst>
                <a:path extrusionOk="0" h="55490" w="55550">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1797532" y="3975374"/>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1852186" y="4017423"/>
              <a:ext cx="55594" cy="55491"/>
            </a:xfrm>
            <a:custGeom>
              <a:rect b="b" l="l" r="r" t="t"/>
              <a:pathLst>
                <a:path extrusionOk="0" h="55491" w="55594">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89" y="17686"/>
                    <a:pt x="57856" y="35308"/>
                    <a:pt x="47092" y="46129"/>
                  </a:cubicBezTo>
                  <a:cubicBezTo>
                    <a:pt x="47036"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7"/>
            <p:cNvSpPr/>
            <p:nvPr/>
          </p:nvSpPr>
          <p:spPr>
            <a:xfrm>
              <a:off x="1910522" y="4054455"/>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1971645" y="4086131"/>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7"/>
            <p:cNvSpPr/>
            <p:nvPr/>
          </p:nvSpPr>
          <p:spPr>
            <a:xfrm>
              <a:off x="2035780" y="4112120"/>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89" y="17686"/>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7"/>
            <p:cNvSpPr/>
            <p:nvPr/>
          </p:nvSpPr>
          <p:spPr>
            <a:xfrm>
              <a:off x="2101811" y="4132309"/>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7"/>
            <p:cNvSpPr/>
            <p:nvPr/>
          </p:nvSpPr>
          <p:spPr>
            <a:xfrm>
              <a:off x="2169616" y="4146586"/>
              <a:ext cx="55326" cy="55378"/>
            </a:xfrm>
            <a:custGeom>
              <a:rect b="b" l="l" r="r" t="t"/>
              <a:pathLst>
                <a:path extrusionOk="0" h="55378" w="55326">
                  <a:moveTo>
                    <a:pt x="46735" y="46128"/>
                  </a:moveTo>
                  <a:cubicBezTo>
                    <a:pt x="35927" y="56946"/>
                    <a:pt x="18405" y="56946"/>
                    <a:pt x="7619" y="46128"/>
                  </a:cubicBezTo>
                  <a:cubicBezTo>
                    <a:pt x="-3178" y="35309"/>
                    <a:pt x="-3167" y="17796"/>
                    <a:pt x="7641" y="6977"/>
                  </a:cubicBezTo>
                  <a:cubicBezTo>
                    <a:pt x="18449" y="-3842"/>
                    <a:pt x="35939" y="-3842"/>
                    <a:pt x="46735" y="6977"/>
                  </a:cubicBezTo>
                  <a:cubicBezTo>
                    <a:pt x="57543" y="17796"/>
                    <a:pt x="57566" y="35309"/>
                    <a:pt x="46769" y="46128"/>
                  </a:cubicBezTo>
                  <a:cubicBezTo>
                    <a:pt x="46758" y="46128"/>
                    <a:pt x="46747"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7"/>
            <p:cNvSpPr/>
            <p:nvPr/>
          </p:nvSpPr>
          <p:spPr>
            <a:xfrm>
              <a:off x="2238000" y="4154616"/>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7"/>
            <p:cNvSpPr/>
            <p:nvPr/>
          </p:nvSpPr>
          <p:spPr>
            <a:xfrm>
              <a:off x="2307043" y="4156513"/>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7"/>
            <p:cNvSpPr/>
            <p:nvPr/>
          </p:nvSpPr>
          <p:spPr>
            <a:xfrm>
              <a:off x="2375974" y="4152163"/>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7"/>
            <p:cNvSpPr/>
            <p:nvPr/>
          </p:nvSpPr>
          <p:spPr>
            <a:xfrm>
              <a:off x="2444180" y="4141692"/>
              <a:ext cx="55548" cy="55575"/>
            </a:xfrm>
            <a:custGeom>
              <a:rect b="b" l="l" r="r" t="t"/>
              <a:pathLst>
                <a:path extrusionOk="0" h="55575" w="55548">
                  <a:moveTo>
                    <a:pt x="47003" y="46225"/>
                  </a:moveTo>
                  <a:cubicBezTo>
                    <a:pt x="36195" y="57157"/>
                    <a:pt x="18605" y="57157"/>
                    <a:pt x="7730" y="46337"/>
                  </a:cubicBezTo>
                  <a:cubicBezTo>
                    <a:pt x="-3156" y="35518"/>
                    <a:pt x="-3212" y="18007"/>
                    <a:pt x="7596" y="7075"/>
                  </a:cubicBezTo>
                  <a:cubicBezTo>
                    <a:pt x="18416" y="-3856"/>
                    <a:pt x="35994" y="-3856"/>
                    <a:pt x="46881" y="6964"/>
                  </a:cubicBezTo>
                  <a:cubicBezTo>
                    <a:pt x="46914" y="6964"/>
                    <a:pt x="46959"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7"/>
            <p:cNvSpPr/>
            <p:nvPr/>
          </p:nvSpPr>
          <p:spPr>
            <a:xfrm>
              <a:off x="2511271" y="4125170"/>
              <a:ext cx="55550" cy="55490"/>
            </a:xfrm>
            <a:custGeom>
              <a:rect b="b" l="l" r="r" t="t"/>
              <a:pathLst>
                <a:path extrusionOk="0" h="55490" w="55550">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7"/>
            <p:cNvSpPr/>
            <p:nvPr/>
          </p:nvSpPr>
          <p:spPr>
            <a:xfrm>
              <a:off x="2576466" y="4102653"/>
              <a:ext cx="55638" cy="55575"/>
            </a:xfrm>
            <a:custGeom>
              <a:rect b="b" l="l" r="r" t="t"/>
              <a:pathLst>
                <a:path extrusionOk="0" h="55575" w="55638">
                  <a:moveTo>
                    <a:pt x="47003" y="46225"/>
                  </a:moveTo>
                  <a:cubicBezTo>
                    <a:pt x="36195" y="57157"/>
                    <a:pt x="18606" y="57157"/>
                    <a:pt x="7730" y="46337"/>
                  </a:cubicBezTo>
                  <a:cubicBezTo>
                    <a:pt x="-3156" y="35518"/>
                    <a:pt x="-3211" y="18007"/>
                    <a:pt x="7597" y="7075"/>
                  </a:cubicBezTo>
                  <a:cubicBezTo>
                    <a:pt x="18416" y="-3856"/>
                    <a:pt x="35994" y="-3856"/>
                    <a:pt x="46881" y="6964"/>
                  </a:cubicBezTo>
                  <a:cubicBezTo>
                    <a:pt x="46914" y="6964"/>
                    <a:pt x="46959" y="7075"/>
                    <a:pt x="47003" y="7075"/>
                  </a:cubicBezTo>
                  <a:cubicBezTo>
                    <a:pt x="57811" y="17783"/>
                    <a:pt x="57900" y="35183"/>
                    <a:pt x="47193" y="46003"/>
                  </a:cubicBezTo>
                  <a:cubicBezTo>
                    <a:pt x="47126" y="46113"/>
                    <a:pt x="47070" y="46113"/>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7"/>
            <p:cNvSpPr/>
            <p:nvPr/>
          </p:nvSpPr>
          <p:spPr>
            <a:xfrm>
              <a:off x="2639485" y="4074434"/>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7"/>
            <p:cNvSpPr/>
            <p:nvPr/>
          </p:nvSpPr>
          <p:spPr>
            <a:xfrm>
              <a:off x="2699716" y="4040638"/>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5" y="-3856"/>
                    <a:pt x="35995" y="-3856"/>
                    <a:pt x="46880" y="6963"/>
                  </a:cubicBezTo>
                  <a:cubicBezTo>
                    <a:pt x="46914" y="6963"/>
                    <a:pt x="46959" y="7075"/>
                    <a:pt x="47003" y="7075"/>
                  </a:cubicBezTo>
                  <a:cubicBezTo>
                    <a:pt x="57812"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7"/>
            <p:cNvSpPr/>
            <p:nvPr/>
          </p:nvSpPr>
          <p:spPr>
            <a:xfrm>
              <a:off x="2756869" y="4001697"/>
              <a:ext cx="55416" cy="55378"/>
            </a:xfrm>
            <a:custGeom>
              <a:rect b="b" l="l" r="r" t="t"/>
              <a:pathLst>
                <a:path extrusionOk="0" h="55378" w="5541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573"/>
                    <a:pt x="57699" y="34974"/>
                    <a:pt x="47081" y="45793"/>
                  </a:cubicBezTo>
                  <a:cubicBezTo>
                    <a:pt x="46970" y="45904"/>
                    <a:pt x="46858"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7"/>
            <p:cNvSpPr/>
            <p:nvPr/>
          </p:nvSpPr>
          <p:spPr>
            <a:xfrm>
              <a:off x="2809973" y="3957638"/>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7"/>
            <p:cNvSpPr/>
            <p:nvPr/>
          </p:nvSpPr>
          <p:spPr>
            <a:xfrm>
              <a:off x="2859050" y="3909119"/>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7"/>
            <p:cNvSpPr/>
            <p:nvPr/>
          </p:nvSpPr>
          <p:spPr>
            <a:xfrm>
              <a:off x="2903498" y="3856263"/>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7"/>
            <p:cNvSpPr/>
            <p:nvPr/>
          </p:nvSpPr>
          <p:spPr>
            <a:xfrm>
              <a:off x="2943095" y="3799714"/>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05" y="-3856"/>
                    <a:pt x="35994" y="-3856"/>
                    <a:pt x="46880"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7"/>
            <p:cNvSpPr/>
            <p:nvPr/>
          </p:nvSpPr>
          <p:spPr>
            <a:xfrm>
              <a:off x="2977449" y="3739817"/>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7"/>
            <p:cNvSpPr/>
            <p:nvPr/>
          </p:nvSpPr>
          <p:spPr>
            <a:xfrm>
              <a:off x="3006394" y="3677117"/>
              <a:ext cx="55550" cy="55491"/>
            </a:xfrm>
            <a:custGeom>
              <a:rect b="b" l="l" r="r" t="t"/>
              <a:pathLst>
                <a:path extrusionOk="0" h="55491" w="55550">
                  <a:moveTo>
                    <a:pt x="46947" y="46240"/>
                  </a:moveTo>
                  <a:cubicBezTo>
                    <a:pt x="36105"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7"/>
            <p:cNvSpPr/>
            <p:nvPr/>
          </p:nvSpPr>
          <p:spPr>
            <a:xfrm>
              <a:off x="3029482" y="3612090"/>
              <a:ext cx="55550" cy="55490"/>
            </a:xfrm>
            <a:custGeom>
              <a:rect b="b" l="l" r="r" t="t"/>
              <a:pathLst>
                <a:path extrusionOk="0" h="55490" w="55550">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7"/>
            <p:cNvSpPr/>
            <p:nvPr/>
          </p:nvSpPr>
          <p:spPr>
            <a:xfrm>
              <a:off x="3046659" y="3545167"/>
              <a:ext cx="55593" cy="55490"/>
            </a:xfrm>
            <a:custGeom>
              <a:rect b="b" l="l" r="r" t="t"/>
              <a:pathLst>
                <a:path extrusionOk="0" h="55490" w="55593">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7"/>
            <p:cNvSpPr/>
            <p:nvPr/>
          </p:nvSpPr>
          <p:spPr>
            <a:xfrm>
              <a:off x="3058025" y="3477128"/>
              <a:ext cx="55326" cy="55378"/>
            </a:xfrm>
            <a:custGeom>
              <a:rect b="b" l="l" r="r" t="t"/>
              <a:pathLst>
                <a:path extrusionOk="0" h="55378" w="5532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796"/>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7"/>
            <p:cNvSpPr/>
            <p:nvPr/>
          </p:nvSpPr>
          <p:spPr>
            <a:xfrm>
              <a:off x="3062832" y="3408197"/>
              <a:ext cx="55550" cy="55491"/>
            </a:xfrm>
            <a:custGeom>
              <a:rect b="b" l="l" r="r" t="t"/>
              <a:pathLst>
                <a:path extrusionOk="0" h="55491" w="55550">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7"/>
            <p:cNvSpPr/>
            <p:nvPr/>
          </p:nvSpPr>
          <p:spPr>
            <a:xfrm>
              <a:off x="3061605" y="3339154"/>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7"/>
            <p:cNvSpPr/>
            <p:nvPr/>
          </p:nvSpPr>
          <p:spPr>
            <a:xfrm>
              <a:off x="3054188" y="3270460"/>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7"/>
            <p:cNvSpPr/>
            <p:nvPr/>
          </p:nvSpPr>
          <p:spPr>
            <a:xfrm>
              <a:off x="3040692" y="3202756"/>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05" y="-3856"/>
                    <a:pt x="35994" y="-3856"/>
                    <a:pt x="46880"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7"/>
            <p:cNvSpPr/>
            <p:nvPr/>
          </p:nvSpPr>
          <p:spPr>
            <a:xfrm>
              <a:off x="3021172" y="3136501"/>
              <a:ext cx="55638" cy="55574"/>
            </a:xfrm>
            <a:custGeom>
              <a:rect b="b" l="l" r="r" t="t"/>
              <a:pathLst>
                <a:path extrusionOk="0" h="55574" w="55638">
                  <a:moveTo>
                    <a:pt x="47003" y="46225"/>
                  </a:moveTo>
                  <a:cubicBezTo>
                    <a:pt x="36195" y="57156"/>
                    <a:pt x="18605" y="57156"/>
                    <a:pt x="7730" y="46337"/>
                  </a:cubicBezTo>
                  <a:cubicBezTo>
                    <a:pt x="-3156" y="35518"/>
                    <a:pt x="-3212" y="18007"/>
                    <a:pt x="7596" y="7075"/>
                  </a:cubicBezTo>
                  <a:cubicBezTo>
                    <a:pt x="18405" y="-3856"/>
                    <a:pt x="35994" y="-3856"/>
                    <a:pt x="46880" y="6963"/>
                  </a:cubicBezTo>
                  <a:cubicBezTo>
                    <a:pt x="46914" y="6963"/>
                    <a:pt x="46959" y="7075"/>
                    <a:pt x="47003" y="7075"/>
                  </a:cubicBezTo>
                  <a:cubicBezTo>
                    <a:pt x="57811" y="17784"/>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7"/>
            <p:cNvSpPr/>
            <p:nvPr/>
          </p:nvSpPr>
          <p:spPr>
            <a:xfrm>
              <a:off x="2995797" y="3072353"/>
              <a:ext cx="55550" cy="55491"/>
            </a:xfrm>
            <a:custGeom>
              <a:rect b="b" l="l" r="r" t="t"/>
              <a:pathLst>
                <a:path extrusionOk="0" h="55491" w="55550">
                  <a:moveTo>
                    <a:pt x="46947" y="46239"/>
                  </a:moveTo>
                  <a:cubicBezTo>
                    <a:pt x="36106" y="57059"/>
                    <a:pt x="18516" y="57059"/>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7"/>
            <p:cNvSpPr/>
            <p:nvPr/>
          </p:nvSpPr>
          <p:spPr>
            <a:xfrm>
              <a:off x="2964343" y="3010671"/>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7"/>
            <p:cNvSpPr/>
            <p:nvPr/>
          </p:nvSpPr>
          <p:spPr>
            <a:xfrm>
              <a:off x="2928316" y="2952003"/>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7"/>
            <p:cNvSpPr/>
            <p:nvPr/>
          </p:nvSpPr>
          <p:spPr>
            <a:xfrm>
              <a:off x="2886823" y="2896902"/>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7"/>
            <p:cNvSpPr/>
            <p:nvPr/>
          </p:nvSpPr>
          <p:spPr>
            <a:xfrm>
              <a:off x="2840423" y="2845706"/>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7"/>
            <p:cNvSpPr/>
            <p:nvPr/>
          </p:nvSpPr>
          <p:spPr>
            <a:xfrm>
              <a:off x="2789673" y="2798859"/>
              <a:ext cx="55594" cy="55491"/>
            </a:xfrm>
            <a:custGeom>
              <a:rect b="b" l="l" r="r" t="t"/>
              <a:pathLst>
                <a:path extrusionOk="0" h="55491" w="55594">
                  <a:moveTo>
                    <a:pt x="46948" y="46239"/>
                  </a:moveTo>
                  <a:cubicBezTo>
                    <a:pt x="36106" y="57059"/>
                    <a:pt x="18516" y="57059"/>
                    <a:pt x="7674" y="46239"/>
                  </a:cubicBezTo>
                  <a:cubicBezTo>
                    <a:pt x="-3178" y="35420"/>
                    <a:pt x="-3190" y="17797"/>
                    <a:pt x="7652" y="6978"/>
                  </a:cubicBezTo>
                  <a:cubicBezTo>
                    <a:pt x="18494" y="-3842"/>
                    <a:pt x="36084" y="-3842"/>
                    <a:pt x="46936" y="6978"/>
                  </a:cubicBezTo>
                  <a:cubicBezTo>
                    <a:pt x="46936" y="6978"/>
                    <a:pt x="46948" y="6978"/>
                    <a:pt x="46948" y="6978"/>
                  </a:cubicBezTo>
                  <a:cubicBezTo>
                    <a:pt x="57789" y="17686"/>
                    <a:pt x="57856" y="35308"/>
                    <a:pt x="47093" y="46129"/>
                  </a:cubicBezTo>
                  <a:cubicBezTo>
                    <a:pt x="47048" y="46129"/>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7"/>
            <p:cNvSpPr/>
            <p:nvPr/>
          </p:nvSpPr>
          <p:spPr>
            <a:xfrm>
              <a:off x="2735019" y="2756698"/>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7"/>
            <p:cNvSpPr/>
            <p:nvPr/>
          </p:nvSpPr>
          <p:spPr>
            <a:xfrm>
              <a:off x="2676684" y="2719666"/>
              <a:ext cx="55550" cy="55491"/>
            </a:xfrm>
            <a:custGeom>
              <a:rect b="b" l="l" r="r" t="t"/>
              <a:pathLst>
                <a:path extrusionOk="0" h="55491" w="55550">
                  <a:moveTo>
                    <a:pt x="46947" y="46239"/>
                  </a:moveTo>
                  <a:cubicBezTo>
                    <a:pt x="36105" y="57059"/>
                    <a:pt x="18516" y="57059"/>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7"/>
            <p:cNvSpPr/>
            <p:nvPr/>
          </p:nvSpPr>
          <p:spPr>
            <a:xfrm>
              <a:off x="2615281" y="2688003"/>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7"/>
            <p:cNvSpPr/>
            <p:nvPr/>
          </p:nvSpPr>
          <p:spPr>
            <a:xfrm>
              <a:off x="2551648" y="2662001"/>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7"/>
            <p:cNvSpPr/>
            <p:nvPr/>
          </p:nvSpPr>
          <p:spPr>
            <a:xfrm>
              <a:off x="2485394" y="2641812"/>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7"/>
            <p:cNvSpPr/>
            <p:nvPr/>
          </p:nvSpPr>
          <p:spPr>
            <a:xfrm>
              <a:off x="2417801" y="2627646"/>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7"/>
            <p:cNvSpPr/>
            <p:nvPr/>
          </p:nvSpPr>
          <p:spPr>
            <a:xfrm>
              <a:off x="2349149" y="2619518"/>
              <a:ext cx="55638" cy="55574"/>
            </a:xfrm>
            <a:custGeom>
              <a:rect b="b" l="l" r="r" t="t"/>
              <a:pathLst>
                <a:path extrusionOk="0" h="55574" w="55638">
                  <a:moveTo>
                    <a:pt x="47003" y="46225"/>
                  </a:moveTo>
                  <a:cubicBezTo>
                    <a:pt x="36195" y="57156"/>
                    <a:pt x="18605" y="57156"/>
                    <a:pt x="7730" y="46337"/>
                  </a:cubicBezTo>
                  <a:cubicBezTo>
                    <a:pt x="-3156" y="35518"/>
                    <a:pt x="-3212" y="18006"/>
                    <a:pt x="7596" y="7075"/>
                  </a:cubicBezTo>
                  <a:cubicBezTo>
                    <a:pt x="18405" y="-3856"/>
                    <a:pt x="35994" y="-3856"/>
                    <a:pt x="46880" y="6963"/>
                  </a:cubicBezTo>
                  <a:cubicBezTo>
                    <a:pt x="46914" y="6963"/>
                    <a:pt x="46959" y="7075"/>
                    <a:pt x="47003" y="7075"/>
                  </a:cubicBezTo>
                  <a:cubicBezTo>
                    <a:pt x="57811" y="17784"/>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7"/>
            <p:cNvSpPr/>
            <p:nvPr/>
          </p:nvSpPr>
          <p:spPr>
            <a:xfrm>
              <a:off x="2280106" y="2617622"/>
              <a:ext cx="55639" cy="55574"/>
            </a:xfrm>
            <a:custGeom>
              <a:rect b="b" l="l" r="r" t="t"/>
              <a:pathLst>
                <a:path extrusionOk="0" h="55574" w="55639">
                  <a:moveTo>
                    <a:pt x="47003" y="46225"/>
                  </a:moveTo>
                  <a:cubicBezTo>
                    <a:pt x="36195" y="57157"/>
                    <a:pt x="18605" y="57157"/>
                    <a:pt x="7730" y="46337"/>
                  </a:cubicBezTo>
                  <a:cubicBezTo>
                    <a:pt x="-3156" y="35518"/>
                    <a:pt x="-3212" y="18007"/>
                    <a:pt x="7596" y="7076"/>
                  </a:cubicBezTo>
                  <a:cubicBezTo>
                    <a:pt x="18405" y="-3856"/>
                    <a:pt x="35994" y="-3856"/>
                    <a:pt x="46880" y="6964"/>
                  </a:cubicBezTo>
                  <a:cubicBezTo>
                    <a:pt x="46914" y="6964"/>
                    <a:pt x="46959" y="7076"/>
                    <a:pt x="47003" y="7076"/>
                  </a:cubicBezTo>
                  <a:cubicBezTo>
                    <a:pt x="57812" y="17783"/>
                    <a:pt x="57901" y="35183"/>
                    <a:pt x="47193" y="46003"/>
                  </a:cubicBezTo>
                  <a:cubicBezTo>
                    <a:pt x="47126" y="46115"/>
                    <a:pt x="47070" y="4611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7"/>
            <p:cNvSpPr/>
            <p:nvPr/>
          </p:nvSpPr>
          <p:spPr>
            <a:xfrm>
              <a:off x="2211231" y="2621958"/>
              <a:ext cx="55594" cy="55491"/>
            </a:xfrm>
            <a:custGeom>
              <a:rect b="b" l="l" r="r" t="t"/>
              <a:pathLst>
                <a:path extrusionOk="0" h="55491" w="55594">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89" y="17686"/>
                    <a:pt x="57856" y="35308"/>
                    <a:pt x="47092" y="46127"/>
                  </a:cubicBezTo>
                  <a:cubicBezTo>
                    <a:pt x="47036"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7"/>
            <p:cNvSpPr/>
            <p:nvPr/>
          </p:nvSpPr>
          <p:spPr>
            <a:xfrm>
              <a:off x="2142969" y="2632220"/>
              <a:ext cx="55593" cy="55490"/>
            </a:xfrm>
            <a:custGeom>
              <a:rect b="b" l="l" r="r" t="t"/>
              <a:pathLst>
                <a:path extrusionOk="0" h="55490" w="55593">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7"/>
            <p:cNvSpPr/>
            <p:nvPr/>
          </p:nvSpPr>
          <p:spPr>
            <a:xfrm>
              <a:off x="2075934" y="2648951"/>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7"/>
            <p:cNvSpPr/>
            <p:nvPr/>
          </p:nvSpPr>
          <p:spPr>
            <a:xfrm>
              <a:off x="2010683" y="2671482"/>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7"/>
            <p:cNvSpPr/>
            <p:nvPr/>
          </p:nvSpPr>
          <p:spPr>
            <a:xfrm>
              <a:off x="1947664" y="2699701"/>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7"/>
            <p:cNvSpPr/>
            <p:nvPr/>
          </p:nvSpPr>
          <p:spPr>
            <a:xfrm>
              <a:off x="1887433" y="2733497"/>
              <a:ext cx="55550" cy="55491"/>
            </a:xfrm>
            <a:custGeom>
              <a:rect b="b" l="l" r="r" t="t"/>
              <a:pathLst>
                <a:path extrusionOk="0" h="55491" w="55550">
                  <a:moveTo>
                    <a:pt x="46947" y="46239"/>
                  </a:moveTo>
                  <a:cubicBezTo>
                    <a:pt x="36106"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7"/>
            <p:cNvSpPr/>
            <p:nvPr/>
          </p:nvSpPr>
          <p:spPr>
            <a:xfrm>
              <a:off x="1830436" y="2772536"/>
              <a:ext cx="55594" cy="55491"/>
            </a:xfrm>
            <a:custGeom>
              <a:rect b="b" l="l" r="r" t="t"/>
              <a:pathLst>
                <a:path extrusionOk="0" h="55491" w="55594">
                  <a:moveTo>
                    <a:pt x="46948" y="46239"/>
                  </a:moveTo>
                  <a:cubicBezTo>
                    <a:pt x="36106" y="57059"/>
                    <a:pt x="18516" y="57059"/>
                    <a:pt x="7674" y="46239"/>
                  </a:cubicBezTo>
                  <a:cubicBezTo>
                    <a:pt x="-3178" y="35420"/>
                    <a:pt x="-3190" y="17797"/>
                    <a:pt x="7652" y="6978"/>
                  </a:cubicBezTo>
                  <a:cubicBezTo>
                    <a:pt x="18494" y="-3842"/>
                    <a:pt x="36084" y="-3842"/>
                    <a:pt x="46936" y="6978"/>
                  </a:cubicBezTo>
                  <a:cubicBezTo>
                    <a:pt x="46936" y="6978"/>
                    <a:pt x="46948" y="6978"/>
                    <a:pt x="46948" y="6978"/>
                  </a:cubicBezTo>
                  <a:cubicBezTo>
                    <a:pt x="57789" y="17686"/>
                    <a:pt x="57856" y="35308"/>
                    <a:pt x="47093" y="46127"/>
                  </a:cubicBezTo>
                  <a:cubicBezTo>
                    <a:pt x="47048" y="46127"/>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7"/>
            <p:cNvSpPr/>
            <p:nvPr/>
          </p:nvSpPr>
          <p:spPr>
            <a:xfrm>
              <a:off x="1777232" y="2816483"/>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7"/>
            <p:cNvSpPr/>
            <p:nvPr/>
          </p:nvSpPr>
          <p:spPr>
            <a:xfrm>
              <a:off x="1728155" y="2865113"/>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7"/>
            <p:cNvSpPr/>
            <p:nvPr/>
          </p:nvSpPr>
          <p:spPr>
            <a:xfrm>
              <a:off x="1683651" y="2917871"/>
              <a:ext cx="55594" cy="55490"/>
            </a:xfrm>
            <a:custGeom>
              <a:rect b="b" l="l" r="r" t="t"/>
              <a:pathLst>
                <a:path extrusionOk="0" h="55490" w="55594">
                  <a:moveTo>
                    <a:pt x="46947" y="46239"/>
                  </a:moveTo>
                  <a:cubicBezTo>
                    <a:pt x="36106" y="57058"/>
                    <a:pt x="18516" y="57058"/>
                    <a:pt x="7675" y="46239"/>
                  </a:cubicBezTo>
                  <a:cubicBezTo>
                    <a:pt x="-3178" y="35420"/>
                    <a:pt x="-3189" y="17798"/>
                    <a:pt x="7652" y="6977"/>
                  </a:cubicBezTo>
                  <a:cubicBezTo>
                    <a:pt x="18494"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7"/>
            <p:cNvSpPr/>
            <p:nvPr/>
          </p:nvSpPr>
          <p:spPr>
            <a:xfrm>
              <a:off x="1644054" y="2974421"/>
              <a:ext cx="55550" cy="55491"/>
            </a:xfrm>
            <a:custGeom>
              <a:rect b="b" l="l" r="r" t="t"/>
              <a:pathLst>
                <a:path extrusionOk="0" h="55491" w="55550">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7"/>
            <p:cNvSpPr/>
            <p:nvPr/>
          </p:nvSpPr>
          <p:spPr>
            <a:xfrm>
              <a:off x="1609700" y="3034319"/>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7"/>
            <p:cNvSpPr/>
            <p:nvPr/>
          </p:nvSpPr>
          <p:spPr>
            <a:xfrm>
              <a:off x="1581258" y="3097004"/>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7"/>
            <p:cNvSpPr/>
            <p:nvPr/>
          </p:nvSpPr>
          <p:spPr>
            <a:xfrm>
              <a:off x="1557667" y="3162044"/>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7"/>
            <p:cNvSpPr/>
            <p:nvPr/>
          </p:nvSpPr>
          <p:spPr>
            <a:xfrm>
              <a:off x="1540546" y="3228954"/>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7"/>
            <p:cNvSpPr/>
            <p:nvPr/>
          </p:nvSpPr>
          <p:spPr>
            <a:xfrm>
              <a:off x="1529392" y="3297104"/>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7"/>
            <p:cNvSpPr/>
            <p:nvPr/>
          </p:nvSpPr>
          <p:spPr>
            <a:xfrm>
              <a:off x="1524317" y="3365938"/>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7"/>
            <p:cNvSpPr/>
            <p:nvPr/>
          </p:nvSpPr>
          <p:spPr>
            <a:xfrm>
              <a:off x="1525432" y="3435315"/>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7"/>
            <p:cNvSpPr/>
            <p:nvPr/>
          </p:nvSpPr>
          <p:spPr>
            <a:xfrm>
              <a:off x="1532961" y="3503675"/>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7"/>
            <p:cNvSpPr/>
            <p:nvPr/>
          </p:nvSpPr>
          <p:spPr>
            <a:xfrm>
              <a:off x="1546458" y="3571379"/>
              <a:ext cx="55550" cy="55491"/>
            </a:xfrm>
            <a:custGeom>
              <a:rect b="b" l="l" r="r" t="t"/>
              <a:pathLst>
                <a:path extrusionOk="0" h="55491" w="55550">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7"/>
            <p:cNvSpPr/>
            <p:nvPr/>
          </p:nvSpPr>
          <p:spPr>
            <a:xfrm>
              <a:off x="1493197" y="3662632"/>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7"/>
            <p:cNvSpPr/>
            <p:nvPr/>
          </p:nvSpPr>
          <p:spPr>
            <a:xfrm>
              <a:off x="1518350" y="3726976"/>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7"/>
            <p:cNvSpPr/>
            <p:nvPr/>
          </p:nvSpPr>
          <p:spPr>
            <a:xfrm>
              <a:off x="1548633" y="3789005"/>
              <a:ext cx="55547" cy="55574"/>
            </a:xfrm>
            <a:custGeom>
              <a:rect b="b" l="l" r="r" t="t"/>
              <a:pathLst>
                <a:path extrusionOk="0" h="55574" w="55547">
                  <a:moveTo>
                    <a:pt x="47003" y="46225"/>
                  </a:moveTo>
                  <a:cubicBezTo>
                    <a:pt x="36195" y="57156"/>
                    <a:pt x="18605" y="57156"/>
                    <a:pt x="7730" y="46337"/>
                  </a:cubicBezTo>
                  <a:cubicBezTo>
                    <a:pt x="-3156" y="35518"/>
                    <a:pt x="-3212" y="18007"/>
                    <a:pt x="7596" y="7075"/>
                  </a:cubicBezTo>
                  <a:cubicBezTo>
                    <a:pt x="18416" y="-3856"/>
                    <a:pt x="35994" y="-3856"/>
                    <a:pt x="46880" y="6963"/>
                  </a:cubicBezTo>
                  <a:cubicBezTo>
                    <a:pt x="46914" y="6963"/>
                    <a:pt x="46958"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7"/>
            <p:cNvSpPr/>
            <p:nvPr/>
          </p:nvSpPr>
          <p:spPr>
            <a:xfrm>
              <a:off x="1583935" y="3847996"/>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7" name="Google Shape;247;p7"/>
            <p:cNvSpPr/>
            <p:nvPr/>
          </p:nvSpPr>
          <p:spPr>
            <a:xfrm>
              <a:off x="1623866" y="3904769"/>
              <a:ext cx="55550" cy="55491"/>
            </a:xfrm>
            <a:custGeom>
              <a:rect b="b" l="l" r="r" t="t"/>
              <a:pathLst>
                <a:path extrusionOk="0" h="55491" w="55550">
                  <a:moveTo>
                    <a:pt x="46947" y="46239"/>
                  </a:moveTo>
                  <a:cubicBezTo>
                    <a:pt x="36106" y="57059"/>
                    <a:pt x="18516" y="57059"/>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7"/>
            <p:cNvSpPr/>
            <p:nvPr/>
          </p:nvSpPr>
          <p:spPr>
            <a:xfrm>
              <a:off x="1668258" y="3957638"/>
              <a:ext cx="55593" cy="55491"/>
            </a:xfrm>
            <a:custGeom>
              <a:rect b="b" l="l" r="r" t="t"/>
              <a:pathLst>
                <a:path extrusionOk="0" h="55491" w="55593">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89" y="17686"/>
                    <a:pt x="57856" y="35308"/>
                    <a:pt x="47092" y="46127"/>
                  </a:cubicBezTo>
                  <a:cubicBezTo>
                    <a:pt x="47036"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7"/>
            <p:cNvSpPr/>
            <p:nvPr/>
          </p:nvSpPr>
          <p:spPr>
            <a:xfrm>
              <a:off x="1716889" y="4006715"/>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7"/>
            <p:cNvSpPr/>
            <p:nvPr/>
          </p:nvSpPr>
          <p:spPr>
            <a:xfrm>
              <a:off x="1769313" y="4051666"/>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7"/>
            <p:cNvSpPr/>
            <p:nvPr/>
          </p:nvSpPr>
          <p:spPr>
            <a:xfrm>
              <a:off x="1825194" y="4092155"/>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7"/>
            <p:cNvSpPr/>
            <p:nvPr/>
          </p:nvSpPr>
          <p:spPr>
            <a:xfrm>
              <a:off x="1884198" y="4127958"/>
              <a:ext cx="55594" cy="55490"/>
            </a:xfrm>
            <a:custGeom>
              <a:rect b="b" l="l" r="r" t="t"/>
              <a:pathLst>
                <a:path extrusionOk="0" h="55490" w="55594">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7"/>
            <p:cNvSpPr/>
            <p:nvPr/>
          </p:nvSpPr>
          <p:spPr>
            <a:xfrm>
              <a:off x="1945991" y="4158855"/>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7"/>
            <p:cNvSpPr/>
            <p:nvPr/>
          </p:nvSpPr>
          <p:spPr>
            <a:xfrm>
              <a:off x="2010014" y="4184620"/>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89" y="17686"/>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7"/>
            <p:cNvSpPr/>
            <p:nvPr/>
          </p:nvSpPr>
          <p:spPr>
            <a:xfrm>
              <a:off x="2076045" y="4204921"/>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7"/>
            <p:cNvSpPr/>
            <p:nvPr/>
          </p:nvSpPr>
          <p:spPr>
            <a:xfrm>
              <a:off x="2143415" y="4220090"/>
              <a:ext cx="55550" cy="55490"/>
            </a:xfrm>
            <a:custGeom>
              <a:rect b="b" l="l" r="r" t="t"/>
              <a:pathLst>
                <a:path extrusionOk="0" h="55490" w="55550">
                  <a:moveTo>
                    <a:pt x="46947" y="46239"/>
                  </a:moveTo>
                  <a:cubicBezTo>
                    <a:pt x="36105"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7"/>
            <p:cNvSpPr/>
            <p:nvPr/>
          </p:nvSpPr>
          <p:spPr>
            <a:xfrm>
              <a:off x="2211788" y="4229570"/>
              <a:ext cx="55550" cy="55491"/>
            </a:xfrm>
            <a:custGeom>
              <a:rect b="b" l="l" r="r" t="t"/>
              <a:pathLst>
                <a:path extrusionOk="0" h="55491" w="55550">
                  <a:moveTo>
                    <a:pt x="46948" y="46239"/>
                  </a:moveTo>
                  <a:cubicBezTo>
                    <a:pt x="36106" y="57059"/>
                    <a:pt x="18516" y="57059"/>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7"/>
            <p:cNvSpPr/>
            <p:nvPr/>
          </p:nvSpPr>
          <p:spPr>
            <a:xfrm>
              <a:off x="2280720" y="4233474"/>
              <a:ext cx="55593" cy="55491"/>
            </a:xfrm>
            <a:custGeom>
              <a:rect b="b" l="l" r="r" t="t"/>
              <a:pathLst>
                <a:path extrusionOk="0" h="55491" w="55593">
                  <a:moveTo>
                    <a:pt x="46947" y="46240"/>
                  </a:moveTo>
                  <a:cubicBezTo>
                    <a:pt x="36105"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856" y="35308"/>
                    <a:pt x="47092" y="46129"/>
                  </a:cubicBezTo>
                  <a:cubicBezTo>
                    <a:pt x="4704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7"/>
            <p:cNvSpPr/>
            <p:nvPr/>
          </p:nvSpPr>
          <p:spPr>
            <a:xfrm>
              <a:off x="2349763" y="4231690"/>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7"/>
            <p:cNvSpPr/>
            <p:nvPr/>
          </p:nvSpPr>
          <p:spPr>
            <a:xfrm>
              <a:off x="2418470" y="4224328"/>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7"/>
            <p:cNvSpPr/>
            <p:nvPr/>
          </p:nvSpPr>
          <p:spPr>
            <a:xfrm>
              <a:off x="2486230" y="4211292"/>
              <a:ext cx="55639" cy="55574"/>
            </a:xfrm>
            <a:custGeom>
              <a:rect b="b" l="l" r="r" t="t"/>
              <a:pathLst>
                <a:path extrusionOk="0" h="55574" w="55639">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811" y="17783"/>
                    <a:pt x="57901" y="35183"/>
                    <a:pt x="47193" y="46003"/>
                  </a:cubicBezTo>
                  <a:cubicBezTo>
                    <a:pt x="47126" y="46115"/>
                    <a:pt x="47070" y="4611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7"/>
            <p:cNvSpPr/>
            <p:nvPr/>
          </p:nvSpPr>
          <p:spPr>
            <a:xfrm>
              <a:off x="2552764" y="4192875"/>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7"/>
            <p:cNvSpPr/>
            <p:nvPr/>
          </p:nvSpPr>
          <p:spPr>
            <a:xfrm>
              <a:off x="2617568" y="4169117"/>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7"/>
            <p:cNvSpPr/>
            <p:nvPr/>
          </p:nvSpPr>
          <p:spPr>
            <a:xfrm>
              <a:off x="2680466" y="4140116"/>
              <a:ext cx="55415" cy="55379"/>
            </a:xfrm>
            <a:custGeom>
              <a:rect b="b" l="l" r="r" t="t"/>
              <a:pathLst>
                <a:path extrusionOk="0" h="55379" w="55415">
                  <a:moveTo>
                    <a:pt x="46734" y="46129"/>
                  </a:moveTo>
                  <a:cubicBezTo>
                    <a:pt x="35925" y="56947"/>
                    <a:pt x="18414" y="56947"/>
                    <a:pt x="7617" y="46129"/>
                  </a:cubicBezTo>
                  <a:cubicBezTo>
                    <a:pt x="-3180" y="35308"/>
                    <a:pt x="-3168" y="17797"/>
                    <a:pt x="7651" y="6978"/>
                  </a:cubicBezTo>
                  <a:cubicBezTo>
                    <a:pt x="18448" y="-3842"/>
                    <a:pt x="35937" y="-3842"/>
                    <a:pt x="46734" y="6978"/>
                  </a:cubicBezTo>
                  <a:cubicBezTo>
                    <a:pt x="57542" y="17574"/>
                    <a:pt x="57698" y="34975"/>
                    <a:pt x="47079" y="45794"/>
                  </a:cubicBezTo>
                  <a:cubicBezTo>
                    <a:pt x="46968" y="45905"/>
                    <a:pt x="46857" y="46017"/>
                    <a:pt x="46734"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7"/>
            <p:cNvSpPr/>
            <p:nvPr/>
          </p:nvSpPr>
          <p:spPr>
            <a:xfrm>
              <a:off x="2740317" y="4105999"/>
              <a:ext cx="55638" cy="55574"/>
            </a:xfrm>
            <a:custGeom>
              <a:rect b="b" l="l" r="r" t="t"/>
              <a:pathLst>
                <a:path extrusionOk="0" h="55574" w="55638">
                  <a:moveTo>
                    <a:pt x="47003" y="46225"/>
                  </a:moveTo>
                  <a:cubicBezTo>
                    <a:pt x="36195" y="57156"/>
                    <a:pt x="18606" y="57156"/>
                    <a:pt x="7730" y="46337"/>
                  </a:cubicBezTo>
                  <a:cubicBezTo>
                    <a:pt x="-3156" y="35518"/>
                    <a:pt x="-3211" y="18006"/>
                    <a:pt x="7597" y="7075"/>
                  </a:cubicBezTo>
                  <a:cubicBezTo>
                    <a:pt x="18416" y="-3856"/>
                    <a:pt x="35994" y="-3856"/>
                    <a:pt x="46881" y="6963"/>
                  </a:cubicBezTo>
                  <a:cubicBezTo>
                    <a:pt x="46914" y="6963"/>
                    <a:pt x="46959" y="7075"/>
                    <a:pt x="47003" y="7075"/>
                  </a:cubicBezTo>
                  <a:cubicBezTo>
                    <a:pt x="57811" y="17782"/>
                    <a:pt x="57900"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7"/>
            <p:cNvSpPr/>
            <p:nvPr/>
          </p:nvSpPr>
          <p:spPr>
            <a:xfrm>
              <a:off x="2797034" y="4067282"/>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7"/>
            <p:cNvSpPr/>
            <p:nvPr/>
          </p:nvSpPr>
          <p:spPr>
            <a:xfrm>
              <a:off x="2851242" y="4023893"/>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7"/>
            <p:cNvSpPr/>
            <p:nvPr/>
          </p:nvSpPr>
          <p:spPr>
            <a:xfrm>
              <a:off x="2901323" y="3976377"/>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7"/>
            <p:cNvSpPr/>
            <p:nvPr/>
          </p:nvSpPr>
          <p:spPr>
            <a:xfrm>
              <a:off x="2947278" y="3924846"/>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7"/>
            <p:cNvSpPr/>
            <p:nvPr/>
          </p:nvSpPr>
          <p:spPr>
            <a:xfrm>
              <a:off x="2988993" y="3870303"/>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7"/>
            <p:cNvSpPr/>
            <p:nvPr/>
          </p:nvSpPr>
          <p:spPr>
            <a:xfrm>
              <a:off x="3026024" y="3811522"/>
              <a:ext cx="55550" cy="55490"/>
            </a:xfrm>
            <a:custGeom>
              <a:rect b="b" l="l" r="r" t="t"/>
              <a:pathLst>
                <a:path extrusionOk="0" h="55490" w="55550">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7"/>
            <p:cNvSpPr/>
            <p:nvPr/>
          </p:nvSpPr>
          <p:spPr>
            <a:xfrm>
              <a:off x="3058147" y="3750399"/>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7"/>
            <p:cNvSpPr/>
            <p:nvPr/>
          </p:nvSpPr>
          <p:spPr>
            <a:xfrm>
              <a:off x="3085251" y="3686822"/>
              <a:ext cx="55550" cy="55490"/>
            </a:xfrm>
            <a:custGeom>
              <a:rect b="b" l="l" r="r" t="t"/>
              <a:pathLst>
                <a:path extrusionOk="0" h="55490" w="55550">
                  <a:moveTo>
                    <a:pt x="46948" y="46239"/>
                  </a:moveTo>
                  <a:cubicBezTo>
                    <a:pt x="36106" y="57058"/>
                    <a:pt x="18516" y="57058"/>
                    <a:pt x="7674" y="46239"/>
                  </a:cubicBezTo>
                  <a:cubicBezTo>
                    <a:pt x="-3178" y="35419"/>
                    <a:pt x="-3190" y="17796"/>
                    <a:pt x="7652" y="6977"/>
                  </a:cubicBezTo>
                  <a:cubicBezTo>
                    <a:pt x="18494" y="-3842"/>
                    <a:pt x="36084" y="-3842"/>
                    <a:pt x="46936" y="6977"/>
                  </a:cubicBezTo>
                  <a:cubicBezTo>
                    <a:pt x="46936" y="6977"/>
                    <a:pt x="46948" y="6977"/>
                    <a:pt x="46948" y="6977"/>
                  </a:cubicBezTo>
                  <a:cubicBezTo>
                    <a:pt x="57789" y="17796"/>
                    <a:pt x="57789" y="3541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7"/>
            <p:cNvSpPr/>
            <p:nvPr/>
          </p:nvSpPr>
          <p:spPr>
            <a:xfrm>
              <a:off x="3107002" y="3621348"/>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7"/>
            <p:cNvSpPr/>
            <p:nvPr/>
          </p:nvSpPr>
          <p:spPr>
            <a:xfrm>
              <a:off x="3123398" y="3554202"/>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7"/>
            <p:cNvSpPr/>
            <p:nvPr/>
          </p:nvSpPr>
          <p:spPr>
            <a:xfrm>
              <a:off x="3134217" y="3486052"/>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7"/>
            <p:cNvSpPr/>
            <p:nvPr/>
          </p:nvSpPr>
          <p:spPr>
            <a:xfrm>
              <a:off x="3139571" y="3417232"/>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7"/>
            <p:cNvSpPr/>
            <p:nvPr/>
          </p:nvSpPr>
          <p:spPr>
            <a:xfrm>
              <a:off x="3139337" y="3348189"/>
              <a:ext cx="55416" cy="55379"/>
            </a:xfrm>
            <a:custGeom>
              <a:rect b="b" l="l" r="r" t="t"/>
              <a:pathLst>
                <a:path extrusionOk="0" h="55379" w="55416">
                  <a:moveTo>
                    <a:pt x="46735" y="46129"/>
                  </a:moveTo>
                  <a:cubicBezTo>
                    <a:pt x="35927" y="56947"/>
                    <a:pt x="18405" y="56947"/>
                    <a:pt x="7619" y="46129"/>
                  </a:cubicBezTo>
                  <a:cubicBezTo>
                    <a:pt x="-3178" y="35308"/>
                    <a:pt x="-3167" y="17797"/>
                    <a:pt x="7641" y="6978"/>
                  </a:cubicBezTo>
                  <a:cubicBezTo>
                    <a:pt x="18449" y="-3842"/>
                    <a:pt x="35939" y="-3842"/>
                    <a:pt x="46735" y="6978"/>
                  </a:cubicBezTo>
                  <a:cubicBezTo>
                    <a:pt x="57543" y="17574"/>
                    <a:pt x="57700" y="34975"/>
                    <a:pt x="47081" y="45794"/>
                  </a:cubicBezTo>
                  <a:cubicBezTo>
                    <a:pt x="46969" y="45905"/>
                    <a:pt x="46847" y="46017"/>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9" name="Google Shape;279;p7"/>
            <p:cNvSpPr/>
            <p:nvPr/>
          </p:nvSpPr>
          <p:spPr>
            <a:xfrm>
              <a:off x="3133213" y="3279146"/>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0" name="Google Shape;280;p7"/>
            <p:cNvSpPr/>
            <p:nvPr/>
          </p:nvSpPr>
          <p:spPr>
            <a:xfrm>
              <a:off x="3121558" y="3211233"/>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05" y="-3856"/>
                    <a:pt x="35994" y="-3856"/>
                    <a:pt x="46880"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1" name="Google Shape;281;p7"/>
            <p:cNvSpPr/>
            <p:nvPr/>
          </p:nvSpPr>
          <p:spPr>
            <a:xfrm>
              <a:off x="3104548" y="3144408"/>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2" name="Google Shape;282;p7"/>
            <p:cNvSpPr/>
            <p:nvPr/>
          </p:nvSpPr>
          <p:spPr>
            <a:xfrm>
              <a:off x="3082017" y="3079045"/>
              <a:ext cx="55593" cy="55491"/>
            </a:xfrm>
            <a:custGeom>
              <a:rect b="b" l="l" r="r" t="t"/>
              <a:pathLst>
                <a:path extrusionOk="0" h="55491" w="55593">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89" y="17797"/>
                    <a:pt x="57856" y="35308"/>
                    <a:pt x="47092" y="46129"/>
                  </a:cubicBezTo>
                  <a:cubicBezTo>
                    <a:pt x="47036"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7"/>
            <p:cNvSpPr/>
            <p:nvPr/>
          </p:nvSpPr>
          <p:spPr>
            <a:xfrm>
              <a:off x="3054355" y="3015803"/>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7"/>
            <p:cNvSpPr/>
            <p:nvPr/>
          </p:nvSpPr>
          <p:spPr>
            <a:xfrm>
              <a:off x="3021507" y="2955027"/>
              <a:ext cx="55547" cy="55574"/>
            </a:xfrm>
            <a:custGeom>
              <a:rect b="b" l="l" r="r" t="t"/>
              <a:pathLst>
                <a:path extrusionOk="0" h="55574" w="55547">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7"/>
            <p:cNvSpPr/>
            <p:nvPr/>
          </p:nvSpPr>
          <p:spPr>
            <a:xfrm>
              <a:off x="2984074" y="2897237"/>
              <a:ext cx="55326" cy="55378"/>
            </a:xfrm>
            <a:custGeom>
              <a:rect b="b" l="l" r="r" t="t"/>
              <a:pathLst>
                <a:path extrusionOk="0" h="55378" w="5532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796"/>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7"/>
            <p:cNvSpPr/>
            <p:nvPr/>
          </p:nvSpPr>
          <p:spPr>
            <a:xfrm>
              <a:off x="2941979" y="2842485"/>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811" y="17784"/>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7"/>
            <p:cNvSpPr/>
            <p:nvPr/>
          </p:nvSpPr>
          <p:spPr>
            <a:xfrm>
              <a:off x="2895077" y="2791498"/>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7"/>
            <p:cNvSpPr/>
            <p:nvPr/>
          </p:nvSpPr>
          <p:spPr>
            <a:xfrm>
              <a:off x="2844762" y="2744539"/>
              <a:ext cx="55326" cy="55379"/>
            </a:xfrm>
            <a:custGeom>
              <a:rect b="b" l="l" r="r" t="t"/>
              <a:pathLst>
                <a:path extrusionOk="0" h="55379" w="55326">
                  <a:moveTo>
                    <a:pt x="46736" y="46129"/>
                  </a:moveTo>
                  <a:cubicBezTo>
                    <a:pt x="35928" y="56947"/>
                    <a:pt x="18416" y="56947"/>
                    <a:pt x="7619" y="46129"/>
                  </a:cubicBezTo>
                  <a:cubicBezTo>
                    <a:pt x="-3179" y="35308"/>
                    <a:pt x="-3167" y="17797"/>
                    <a:pt x="7641" y="6978"/>
                  </a:cubicBezTo>
                  <a:cubicBezTo>
                    <a:pt x="18449" y="-3842"/>
                    <a:pt x="35938" y="-3842"/>
                    <a:pt x="46736" y="6978"/>
                  </a:cubicBezTo>
                  <a:cubicBezTo>
                    <a:pt x="57544" y="17797"/>
                    <a:pt x="57566" y="35308"/>
                    <a:pt x="46769" y="46129"/>
                  </a:cubicBezTo>
                  <a:cubicBezTo>
                    <a:pt x="46758" y="46129"/>
                    <a:pt x="46746" y="46129"/>
                    <a:pt x="46736"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7"/>
            <p:cNvSpPr/>
            <p:nvPr/>
          </p:nvSpPr>
          <p:spPr>
            <a:xfrm>
              <a:off x="2790342" y="2701708"/>
              <a:ext cx="55593" cy="55490"/>
            </a:xfrm>
            <a:custGeom>
              <a:rect b="b" l="l" r="r" t="t"/>
              <a:pathLst>
                <a:path extrusionOk="0" h="55490" w="55593">
                  <a:moveTo>
                    <a:pt x="46947" y="46239"/>
                  </a:moveTo>
                  <a:cubicBezTo>
                    <a:pt x="36105"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686"/>
                    <a:pt x="57856" y="35309"/>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7"/>
            <p:cNvSpPr/>
            <p:nvPr/>
          </p:nvSpPr>
          <p:spPr>
            <a:xfrm>
              <a:off x="2732843" y="2663465"/>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7"/>
            <p:cNvSpPr/>
            <p:nvPr/>
          </p:nvSpPr>
          <p:spPr>
            <a:xfrm>
              <a:off x="2672445" y="2630100"/>
              <a:ext cx="55550" cy="55491"/>
            </a:xfrm>
            <a:custGeom>
              <a:rect b="b" l="l" r="r" t="t"/>
              <a:pathLst>
                <a:path extrusionOk="0" h="55491" w="55550">
                  <a:moveTo>
                    <a:pt x="46947" y="46240"/>
                  </a:moveTo>
                  <a:cubicBezTo>
                    <a:pt x="36105"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7"/>
            <p:cNvSpPr/>
            <p:nvPr/>
          </p:nvSpPr>
          <p:spPr>
            <a:xfrm>
              <a:off x="2609425" y="2601770"/>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7"/>
            <p:cNvSpPr/>
            <p:nvPr/>
          </p:nvSpPr>
          <p:spPr>
            <a:xfrm>
              <a:off x="2544343" y="2578583"/>
              <a:ext cx="55547" cy="55574"/>
            </a:xfrm>
            <a:custGeom>
              <a:rect b="b" l="l" r="r" t="t"/>
              <a:pathLst>
                <a:path extrusionOk="0" h="55574" w="55547">
                  <a:moveTo>
                    <a:pt x="47003" y="46225"/>
                  </a:moveTo>
                  <a:cubicBezTo>
                    <a:pt x="36195" y="57157"/>
                    <a:pt x="18605" y="57157"/>
                    <a:pt x="7730" y="46337"/>
                  </a:cubicBezTo>
                  <a:cubicBezTo>
                    <a:pt x="-3156" y="35518"/>
                    <a:pt x="-3212" y="18007"/>
                    <a:pt x="7596" y="7076"/>
                  </a:cubicBezTo>
                  <a:cubicBezTo>
                    <a:pt x="18405" y="-3856"/>
                    <a:pt x="35994" y="-3856"/>
                    <a:pt x="46880" y="6964"/>
                  </a:cubicBezTo>
                  <a:cubicBezTo>
                    <a:pt x="46914" y="6964"/>
                    <a:pt x="46959"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7"/>
            <p:cNvSpPr/>
            <p:nvPr/>
          </p:nvSpPr>
          <p:spPr>
            <a:xfrm>
              <a:off x="2477698" y="2560834"/>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7"/>
            <p:cNvSpPr/>
            <p:nvPr/>
          </p:nvSpPr>
          <p:spPr>
            <a:xfrm>
              <a:off x="2409872" y="2548677"/>
              <a:ext cx="55325" cy="55378"/>
            </a:xfrm>
            <a:custGeom>
              <a:rect b="b" l="l" r="r" t="t"/>
              <a:pathLst>
                <a:path extrusionOk="0" h="55378" w="55325">
                  <a:moveTo>
                    <a:pt x="46734" y="46128"/>
                  </a:moveTo>
                  <a:cubicBezTo>
                    <a:pt x="35926" y="56946"/>
                    <a:pt x="18414" y="56946"/>
                    <a:pt x="7617" y="46128"/>
                  </a:cubicBezTo>
                  <a:cubicBezTo>
                    <a:pt x="-3180" y="35309"/>
                    <a:pt x="-3168" y="17796"/>
                    <a:pt x="7651" y="6977"/>
                  </a:cubicBezTo>
                  <a:cubicBezTo>
                    <a:pt x="18448" y="-3842"/>
                    <a:pt x="35937" y="-3842"/>
                    <a:pt x="46734" y="6977"/>
                  </a:cubicBezTo>
                  <a:cubicBezTo>
                    <a:pt x="57542" y="17796"/>
                    <a:pt x="57565" y="35309"/>
                    <a:pt x="46768" y="46128"/>
                  </a:cubicBezTo>
                  <a:cubicBezTo>
                    <a:pt x="46756" y="46128"/>
                    <a:pt x="46745" y="46128"/>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7"/>
            <p:cNvSpPr/>
            <p:nvPr/>
          </p:nvSpPr>
          <p:spPr>
            <a:xfrm>
              <a:off x="2340895" y="2541887"/>
              <a:ext cx="55548" cy="55574"/>
            </a:xfrm>
            <a:custGeom>
              <a:rect b="b" l="l" r="r" t="t"/>
              <a:pathLst>
                <a:path extrusionOk="0" h="55574" w="55548">
                  <a:moveTo>
                    <a:pt x="47003" y="46225"/>
                  </a:moveTo>
                  <a:cubicBezTo>
                    <a:pt x="36195" y="57156"/>
                    <a:pt x="18606" y="57156"/>
                    <a:pt x="7730" y="46337"/>
                  </a:cubicBezTo>
                  <a:cubicBezTo>
                    <a:pt x="-3156" y="35517"/>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7"/>
            <p:cNvSpPr/>
            <p:nvPr/>
          </p:nvSpPr>
          <p:spPr>
            <a:xfrm>
              <a:off x="2271908" y="2540869"/>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7"/>
            <p:cNvSpPr/>
            <p:nvPr/>
          </p:nvSpPr>
          <p:spPr>
            <a:xfrm>
              <a:off x="2202977" y="2545442"/>
              <a:ext cx="55594" cy="55490"/>
            </a:xfrm>
            <a:custGeom>
              <a:rect b="b" l="l" r="r" t="t"/>
              <a:pathLst>
                <a:path extrusionOk="0" h="55490" w="55594">
                  <a:moveTo>
                    <a:pt x="46947" y="46239"/>
                  </a:moveTo>
                  <a:cubicBezTo>
                    <a:pt x="36106" y="57058"/>
                    <a:pt x="18516" y="57058"/>
                    <a:pt x="7675" y="46239"/>
                  </a:cubicBezTo>
                  <a:cubicBezTo>
                    <a:pt x="-3178" y="35420"/>
                    <a:pt x="-3189" y="17798"/>
                    <a:pt x="7652" y="6977"/>
                  </a:cubicBezTo>
                  <a:cubicBezTo>
                    <a:pt x="18494"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7"/>
            <p:cNvSpPr/>
            <p:nvPr/>
          </p:nvSpPr>
          <p:spPr>
            <a:xfrm>
              <a:off x="2134659" y="2555606"/>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7"/>
            <p:cNvSpPr/>
            <p:nvPr/>
          </p:nvSpPr>
          <p:spPr>
            <a:xfrm>
              <a:off x="2067670" y="2571432"/>
              <a:ext cx="55324" cy="55378"/>
            </a:xfrm>
            <a:custGeom>
              <a:rect b="b" l="l" r="r" t="t"/>
              <a:pathLst>
                <a:path extrusionOk="0" h="55378" w="55324">
                  <a:moveTo>
                    <a:pt x="46734" y="46128"/>
                  </a:moveTo>
                  <a:cubicBezTo>
                    <a:pt x="35925" y="56946"/>
                    <a:pt x="18414" y="56946"/>
                    <a:pt x="7617" y="46128"/>
                  </a:cubicBezTo>
                  <a:cubicBezTo>
                    <a:pt x="-3180" y="35307"/>
                    <a:pt x="-3168" y="17796"/>
                    <a:pt x="7651" y="6977"/>
                  </a:cubicBezTo>
                  <a:cubicBezTo>
                    <a:pt x="18448" y="-3842"/>
                    <a:pt x="35937" y="-3842"/>
                    <a:pt x="46734" y="6977"/>
                  </a:cubicBezTo>
                  <a:cubicBezTo>
                    <a:pt x="57542" y="17796"/>
                    <a:pt x="57564" y="35307"/>
                    <a:pt x="46768" y="46128"/>
                  </a:cubicBezTo>
                  <a:cubicBezTo>
                    <a:pt x="46756" y="46128"/>
                    <a:pt x="46745" y="46128"/>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7"/>
            <p:cNvSpPr/>
            <p:nvPr/>
          </p:nvSpPr>
          <p:spPr>
            <a:xfrm>
              <a:off x="2001760" y="2592512"/>
              <a:ext cx="55550" cy="55491"/>
            </a:xfrm>
            <a:custGeom>
              <a:rect b="b" l="l" r="r" t="t"/>
              <a:pathLst>
                <a:path extrusionOk="0" h="55491" w="55550">
                  <a:moveTo>
                    <a:pt x="46947" y="46239"/>
                  </a:moveTo>
                  <a:cubicBezTo>
                    <a:pt x="36106"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7"/>
            <p:cNvSpPr/>
            <p:nvPr/>
          </p:nvSpPr>
          <p:spPr>
            <a:xfrm>
              <a:off x="1938183" y="2618946"/>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7"/>
            <p:cNvSpPr/>
            <p:nvPr/>
          </p:nvSpPr>
          <p:spPr>
            <a:xfrm>
              <a:off x="1876502" y="2650512"/>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7"/>
            <p:cNvSpPr/>
            <p:nvPr/>
          </p:nvSpPr>
          <p:spPr>
            <a:xfrm>
              <a:off x="1818046" y="2686986"/>
              <a:ext cx="55415" cy="55378"/>
            </a:xfrm>
            <a:custGeom>
              <a:rect b="b" l="l" r="r" t="t"/>
              <a:pathLst>
                <a:path extrusionOk="0" h="55378" w="55415">
                  <a:moveTo>
                    <a:pt x="46734" y="46128"/>
                  </a:moveTo>
                  <a:cubicBezTo>
                    <a:pt x="35926" y="56946"/>
                    <a:pt x="18414" y="56946"/>
                    <a:pt x="7617" y="46128"/>
                  </a:cubicBezTo>
                  <a:cubicBezTo>
                    <a:pt x="-3180" y="35309"/>
                    <a:pt x="-3168" y="17796"/>
                    <a:pt x="7651" y="6977"/>
                  </a:cubicBezTo>
                  <a:cubicBezTo>
                    <a:pt x="18448" y="-3842"/>
                    <a:pt x="35937" y="-3842"/>
                    <a:pt x="46734" y="6977"/>
                  </a:cubicBezTo>
                  <a:cubicBezTo>
                    <a:pt x="57542" y="17573"/>
                    <a:pt x="57698" y="34974"/>
                    <a:pt x="47080" y="45793"/>
                  </a:cubicBezTo>
                  <a:cubicBezTo>
                    <a:pt x="46968" y="45904"/>
                    <a:pt x="46857" y="46016"/>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7"/>
            <p:cNvSpPr/>
            <p:nvPr/>
          </p:nvSpPr>
          <p:spPr>
            <a:xfrm>
              <a:off x="1762397" y="2728031"/>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4"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7"/>
            <p:cNvSpPr/>
            <p:nvPr/>
          </p:nvSpPr>
          <p:spPr>
            <a:xfrm>
              <a:off x="1710420" y="2773540"/>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7"/>
            <p:cNvSpPr/>
            <p:nvPr/>
          </p:nvSpPr>
          <p:spPr>
            <a:xfrm>
              <a:off x="1662291" y="2823077"/>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7"/>
            <p:cNvSpPr/>
            <p:nvPr/>
          </p:nvSpPr>
          <p:spPr>
            <a:xfrm>
              <a:off x="1618456" y="2876393"/>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5" y="-3856"/>
                    <a:pt x="46880"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7"/>
            <p:cNvSpPr/>
            <p:nvPr/>
          </p:nvSpPr>
          <p:spPr>
            <a:xfrm>
              <a:off x="1579139" y="2933375"/>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7"/>
            <p:cNvSpPr/>
            <p:nvPr/>
          </p:nvSpPr>
          <p:spPr>
            <a:xfrm>
              <a:off x="1544450" y="2992937"/>
              <a:ext cx="55593" cy="55491"/>
            </a:xfrm>
            <a:custGeom>
              <a:rect b="b" l="l" r="r" t="t"/>
              <a:pathLst>
                <a:path extrusionOk="0" h="55491" w="55593">
                  <a:moveTo>
                    <a:pt x="46947" y="46239"/>
                  </a:moveTo>
                  <a:cubicBezTo>
                    <a:pt x="36106" y="57059"/>
                    <a:pt x="18516" y="57059"/>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7"/>
            <p:cNvSpPr/>
            <p:nvPr/>
          </p:nvSpPr>
          <p:spPr>
            <a:xfrm>
              <a:off x="1514892" y="3055287"/>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7"/>
            <p:cNvSpPr/>
            <p:nvPr/>
          </p:nvSpPr>
          <p:spPr>
            <a:xfrm>
              <a:off x="1490465" y="3119868"/>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7"/>
            <p:cNvSpPr/>
            <p:nvPr/>
          </p:nvSpPr>
          <p:spPr>
            <a:xfrm>
              <a:off x="1471280" y="3186235"/>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7"/>
            <p:cNvSpPr/>
            <p:nvPr/>
          </p:nvSpPr>
          <p:spPr>
            <a:xfrm>
              <a:off x="1457672" y="3253938"/>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7"/>
            <p:cNvSpPr/>
            <p:nvPr/>
          </p:nvSpPr>
          <p:spPr>
            <a:xfrm>
              <a:off x="1449586" y="3322437"/>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7"/>
            <p:cNvSpPr/>
            <p:nvPr/>
          </p:nvSpPr>
          <p:spPr>
            <a:xfrm>
              <a:off x="1447411" y="3391466"/>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7"/>
            <p:cNvSpPr/>
            <p:nvPr/>
          </p:nvSpPr>
          <p:spPr>
            <a:xfrm>
              <a:off x="1450311" y="3460509"/>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7"/>
            <p:cNvSpPr/>
            <p:nvPr/>
          </p:nvSpPr>
          <p:spPr>
            <a:xfrm>
              <a:off x="1459123" y="3528994"/>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7"/>
            <p:cNvSpPr/>
            <p:nvPr/>
          </p:nvSpPr>
          <p:spPr>
            <a:xfrm>
              <a:off x="1473613" y="3596586"/>
              <a:ext cx="55325" cy="55379"/>
            </a:xfrm>
            <a:custGeom>
              <a:rect b="b" l="l" r="r" t="t"/>
              <a:pathLst>
                <a:path extrusionOk="0" h="55379" w="55325">
                  <a:moveTo>
                    <a:pt x="46734" y="46128"/>
                  </a:moveTo>
                  <a:cubicBezTo>
                    <a:pt x="35926" y="56948"/>
                    <a:pt x="18414" y="56948"/>
                    <a:pt x="7617" y="46128"/>
                  </a:cubicBezTo>
                  <a:cubicBezTo>
                    <a:pt x="-3180" y="35309"/>
                    <a:pt x="-3168" y="17798"/>
                    <a:pt x="7651" y="6977"/>
                  </a:cubicBezTo>
                  <a:cubicBezTo>
                    <a:pt x="18448" y="-3842"/>
                    <a:pt x="35937" y="-3842"/>
                    <a:pt x="46734" y="6977"/>
                  </a:cubicBezTo>
                  <a:cubicBezTo>
                    <a:pt x="57542" y="17798"/>
                    <a:pt x="57565" y="35309"/>
                    <a:pt x="46768" y="46128"/>
                  </a:cubicBezTo>
                  <a:cubicBezTo>
                    <a:pt x="46756" y="46128"/>
                    <a:pt x="46745" y="46128"/>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7"/>
            <p:cNvSpPr/>
            <p:nvPr/>
          </p:nvSpPr>
          <p:spPr>
            <a:xfrm>
              <a:off x="1420530" y="3687714"/>
              <a:ext cx="55550" cy="55490"/>
            </a:xfrm>
            <a:custGeom>
              <a:rect b="b" l="l" r="r" t="t"/>
              <a:pathLst>
                <a:path extrusionOk="0" h="55490" w="55550">
                  <a:moveTo>
                    <a:pt x="46948" y="46239"/>
                  </a:moveTo>
                  <a:cubicBezTo>
                    <a:pt x="36106" y="57058"/>
                    <a:pt x="18516" y="57058"/>
                    <a:pt x="7674" y="46239"/>
                  </a:cubicBezTo>
                  <a:cubicBezTo>
                    <a:pt x="-3178" y="35420"/>
                    <a:pt x="-3190" y="17796"/>
                    <a:pt x="7652" y="6977"/>
                  </a:cubicBezTo>
                  <a:cubicBezTo>
                    <a:pt x="18494" y="-3842"/>
                    <a:pt x="36084" y="-3842"/>
                    <a:pt x="46936" y="6977"/>
                  </a:cubicBezTo>
                  <a:cubicBezTo>
                    <a:pt x="46936" y="6977"/>
                    <a:pt x="46948" y="6977"/>
                    <a:pt x="46948" y="6977"/>
                  </a:cubicBezTo>
                  <a:cubicBezTo>
                    <a:pt x="57789" y="17796"/>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7"/>
            <p:cNvSpPr/>
            <p:nvPr/>
          </p:nvSpPr>
          <p:spPr>
            <a:xfrm>
              <a:off x="1445347" y="3752086"/>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7"/>
            <p:cNvSpPr/>
            <p:nvPr/>
          </p:nvSpPr>
          <p:spPr>
            <a:xfrm>
              <a:off x="1475073" y="3814534"/>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7"/>
            <p:cNvSpPr/>
            <p:nvPr/>
          </p:nvSpPr>
          <p:spPr>
            <a:xfrm>
              <a:off x="1509259" y="3874444"/>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7"/>
            <p:cNvSpPr/>
            <p:nvPr/>
          </p:nvSpPr>
          <p:spPr>
            <a:xfrm>
              <a:off x="1547740" y="3931664"/>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7"/>
            <p:cNvSpPr/>
            <p:nvPr/>
          </p:nvSpPr>
          <p:spPr>
            <a:xfrm>
              <a:off x="1590841" y="3985969"/>
              <a:ext cx="55415" cy="55378"/>
            </a:xfrm>
            <a:custGeom>
              <a:rect b="b" l="l" r="r" t="t"/>
              <a:pathLst>
                <a:path extrusionOk="0" h="55378" w="55415">
                  <a:moveTo>
                    <a:pt x="46734" y="46128"/>
                  </a:moveTo>
                  <a:cubicBezTo>
                    <a:pt x="35925" y="56946"/>
                    <a:pt x="18414" y="56946"/>
                    <a:pt x="7617" y="46128"/>
                  </a:cubicBezTo>
                  <a:cubicBezTo>
                    <a:pt x="-3180" y="35309"/>
                    <a:pt x="-3168" y="17796"/>
                    <a:pt x="7651" y="6977"/>
                  </a:cubicBezTo>
                  <a:cubicBezTo>
                    <a:pt x="18448" y="-3842"/>
                    <a:pt x="35937" y="-3842"/>
                    <a:pt x="46734" y="6977"/>
                  </a:cubicBezTo>
                  <a:cubicBezTo>
                    <a:pt x="57542" y="17574"/>
                    <a:pt x="57698" y="34974"/>
                    <a:pt x="47079" y="45793"/>
                  </a:cubicBezTo>
                  <a:cubicBezTo>
                    <a:pt x="46968" y="45904"/>
                    <a:pt x="46857" y="46016"/>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7"/>
            <p:cNvSpPr/>
            <p:nvPr/>
          </p:nvSpPr>
          <p:spPr>
            <a:xfrm>
              <a:off x="1637239" y="4036831"/>
              <a:ext cx="55416" cy="55379"/>
            </a:xfrm>
            <a:custGeom>
              <a:rect b="b" l="l" r="r" t="t"/>
              <a:pathLst>
                <a:path extrusionOk="0" h="55379" w="55416">
                  <a:moveTo>
                    <a:pt x="46735" y="46129"/>
                  </a:moveTo>
                  <a:cubicBezTo>
                    <a:pt x="35927" y="56947"/>
                    <a:pt x="18416" y="56947"/>
                    <a:pt x="7618" y="46129"/>
                  </a:cubicBezTo>
                  <a:cubicBezTo>
                    <a:pt x="-3178" y="35308"/>
                    <a:pt x="-3167" y="17797"/>
                    <a:pt x="7641" y="6978"/>
                  </a:cubicBezTo>
                  <a:cubicBezTo>
                    <a:pt x="18449" y="-3842"/>
                    <a:pt x="35938" y="-3842"/>
                    <a:pt x="46735" y="6978"/>
                  </a:cubicBezTo>
                  <a:cubicBezTo>
                    <a:pt x="57543" y="17574"/>
                    <a:pt x="57699" y="34975"/>
                    <a:pt x="47081" y="45794"/>
                  </a:cubicBezTo>
                  <a:cubicBezTo>
                    <a:pt x="46970" y="45905"/>
                    <a:pt x="46847" y="46017"/>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7"/>
            <p:cNvSpPr/>
            <p:nvPr/>
          </p:nvSpPr>
          <p:spPr>
            <a:xfrm>
              <a:off x="1687778" y="4084013"/>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7"/>
            <p:cNvSpPr/>
            <p:nvPr/>
          </p:nvSpPr>
          <p:spPr>
            <a:xfrm>
              <a:off x="1741483" y="4126857"/>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7"/>
            <p:cNvSpPr/>
            <p:nvPr/>
          </p:nvSpPr>
          <p:spPr>
            <a:xfrm>
              <a:off x="1798424" y="4166551"/>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7"/>
            <p:cNvSpPr/>
            <p:nvPr/>
          </p:nvSpPr>
          <p:spPr>
            <a:xfrm>
              <a:off x="1858098" y="4201351"/>
              <a:ext cx="55550" cy="55491"/>
            </a:xfrm>
            <a:custGeom>
              <a:rect b="b" l="l" r="r" t="t"/>
              <a:pathLst>
                <a:path extrusionOk="0" h="55491" w="55550">
                  <a:moveTo>
                    <a:pt x="46947" y="46240"/>
                  </a:moveTo>
                  <a:cubicBezTo>
                    <a:pt x="36106"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7"/>
            <p:cNvSpPr/>
            <p:nvPr/>
          </p:nvSpPr>
          <p:spPr>
            <a:xfrm>
              <a:off x="1920114" y="4231579"/>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7"/>
            <p:cNvSpPr/>
            <p:nvPr/>
          </p:nvSpPr>
          <p:spPr>
            <a:xfrm>
              <a:off x="1984193" y="4257134"/>
              <a:ext cx="55547" cy="55575"/>
            </a:xfrm>
            <a:custGeom>
              <a:rect b="b" l="l" r="r" t="t"/>
              <a:pathLst>
                <a:path extrusionOk="0" h="55575" w="55547">
                  <a:moveTo>
                    <a:pt x="47003" y="46226"/>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767" y="17895"/>
                    <a:pt x="57767" y="35406"/>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7"/>
            <p:cNvSpPr/>
            <p:nvPr/>
          </p:nvSpPr>
          <p:spPr>
            <a:xfrm>
              <a:off x="2049722" y="4277868"/>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7"/>
            <p:cNvSpPr/>
            <p:nvPr/>
          </p:nvSpPr>
          <p:spPr>
            <a:xfrm>
              <a:off x="2117371" y="4293496"/>
              <a:ext cx="55639" cy="55574"/>
            </a:xfrm>
            <a:custGeom>
              <a:rect b="b" l="l" r="r" t="t"/>
              <a:pathLst>
                <a:path extrusionOk="0" h="55574" w="55639">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811" y="17783"/>
                    <a:pt x="57901" y="35183"/>
                    <a:pt x="47193" y="46003"/>
                  </a:cubicBezTo>
                  <a:cubicBezTo>
                    <a:pt x="47126" y="46115"/>
                    <a:pt x="47070" y="4611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7"/>
            <p:cNvSpPr/>
            <p:nvPr/>
          </p:nvSpPr>
          <p:spPr>
            <a:xfrm>
              <a:off x="2185688" y="4304191"/>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7"/>
            <p:cNvSpPr/>
            <p:nvPr/>
          </p:nvSpPr>
          <p:spPr>
            <a:xfrm>
              <a:off x="2254508" y="4309656"/>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7"/>
            <p:cNvSpPr/>
            <p:nvPr/>
          </p:nvSpPr>
          <p:spPr>
            <a:xfrm>
              <a:off x="2323551" y="4309991"/>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7"/>
            <p:cNvSpPr/>
            <p:nvPr/>
          </p:nvSpPr>
          <p:spPr>
            <a:xfrm>
              <a:off x="2392370" y="4305306"/>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7"/>
            <p:cNvSpPr/>
            <p:nvPr/>
          </p:nvSpPr>
          <p:spPr>
            <a:xfrm>
              <a:off x="2460744" y="4295267"/>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7"/>
            <p:cNvSpPr/>
            <p:nvPr/>
          </p:nvSpPr>
          <p:spPr>
            <a:xfrm>
              <a:off x="2528114" y="4280210"/>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7"/>
            <p:cNvSpPr/>
            <p:nvPr/>
          </p:nvSpPr>
          <p:spPr>
            <a:xfrm>
              <a:off x="2594200" y="4260704"/>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7"/>
            <p:cNvSpPr/>
            <p:nvPr/>
          </p:nvSpPr>
          <p:spPr>
            <a:xfrm>
              <a:off x="2658614" y="4235259"/>
              <a:ext cx="55594" cy="55490"/>
            </a:xfrm>
            <a:custGeom>
              <a:rect b="b" l="l" r="r" t="t"/>
              <a:pathLst>
                <a:path extrusionOk="0" h="55490" w="55594">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686"/>
                    <a:pt x="57856" y="35309"/>
                    <a:pt x="47093" y="46128"/>
                  </a:cubicBezTo>
                  <a:cubicBezTo>
                    <a:pt x="47048" y="46128"/>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7"/>
            <p:cNvSpPr/>
            <p:nvPr/>
          </p:nvSpPr>
          <p:spPr>
            <a:xfrm>
              <a:off x="2721177" y="4205701"/>
              <a:ext cx="55326" cy="55379"/>
            </a:xfrm>
            <a:custGeom>
              <a:rect b="b" l="l" r="r" t="t"/>
              <a:pathLst>
                <a:path extrusionOk="0" h="55379" w="55326">
                  <a:moveTo>
                    <a:pt x="46735" y="46129"/>
                  </a:moveTo>
                  <a:cubicBezTo>
                    <a:pt x="35927" y="56947"/>
                    <a:pt x="18416" y="56947"/>
                    <a:pt x="7618" y="46129"/>
                  </a:cubicBezTo>
                  <a:cubicBezTo>
                    <a:pt x="-3178" y="35308"/>
                    <a:pt x="-3167" y="17797"/>
                    <a:pt x="7641" y="6978"/>
                  </a:cubicBezTo>
                  <a:cubicBezTo>
                    <a:pt x="18449" y="-3842"/>
                    <a:pt x="35938" y="-3842"/>
                    <a:pt x="46735" y="6978"/>
                  </a:cubicBezTo>
                  <a:cubicBezTo>
                    <a:pt x="57543" y="17797"/>
                    <a:pt x="57566" y="35308"/>
                    <a:pt x="46769" y="46129"/>
                  </a:cubicBezTo>
                  <a:cubicBezTo>
                    <a:pt x="46758" y="46129"/>
                    <a:pt x="46747" y="46129"/>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7"/>
            <p:cNvSpPr/>
            <p:nvPr/>
          </p:nvSpPr>
          <p:spPr>
            <a:xfrm>
              <a:off x="2780917" y="4171473"/>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7"/>
            <p:cNvSpPr/>
            <p:nvPr/>
          </p:nvSpPr>
          <p:spPr>
            <a:xfrm>
              <a:off x="2838404" y="4132867"/>
              <a:ext cx="55326" cy="55378"/>
            </a:xfrm>
            <a:custGeom>
              <a:rect b="b" l="l" r="r" t="t"/>
              <a:pathLst>
                <a:path extrusionOk="0" h="55378" w="5532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796"/>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7"/>
            <p:cNvSpPr/>
            <p:nvPr/>
          </p:nvSpPr>
          <p:spPr>
            <a:xfrm>
              <a:off x="2892400" y="4090035"/>
              <a:ext cx="55593" cy="55491"/>
            </a:xfrm>
            <a:custGeom>
              <a:rect b="b" l="l" r="r" t="t"/>
              <a:pathLst>
                <a:path extrusionOk="0" h="55491" w="55593">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89" y="17686"/>
                    <a:pt x="57856" y="35308"/>
                    <a:pt x="47092" y="46127"/>
                  </a:cubicBezTo>
                  <a:cubicBezTo>
                    <a:pt x="47036"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7"/>
            <p:cNvSpPr/>
            <p:nvPr/>
          </p:nvSpPr>
          <p:spPr>
            <a:xfrm>
              <a:off x="2943262" y="4043301"/>
              <a:ext cx="55593" cy="55490"/>
            </a:xfrm>
            <a:custGeom>
              <a:rect b="b" l="l" r="r" t="t"/>
              <a:pathLst>
                <a:path extrusionOk="0" h="55490" w="55593">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7"/>
            <p:cNvSpPr/>
            <p:nvPr/>
          </p:nvSpPr>
          <p:spPr>
            <a:xfrm>
              <a:off x="2990555" y="3992996"/>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7"/>
            <p:cNvSpPr/>
            <p:nvPr/>
          </p:nvSpPr>
          <p:spPr>
            <a:xfrm>
              <a:off x="3033832" y="3939124"/>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7"/>
            <p:cNvSpPr/>
            <p:nvPr/>
          </p:nvSpPr>
          <p:spPr>
            <a:xfrm>
              <a:off x="3072982" y="3882238"/>
              <a:ext cx="55594" cy="55491"/>
            </a:xfrm>
            <a:custGeom>
              <a:rect b="b" l="l" r="r" t="t"/>
              <a:pathLst>
                <a:path extrusionOk="0" h="55491" w="55594">
                  <a:moveTo>
                    <a:pt x="46947" y="46239"/>
                  </a:moveTo>
                  <a:cubicBezTo>
                    <a:pt x="36106" y="57059"/>
                    <a:pt x="18516" y="57059"/>
                    <a:pt x="7675" y="46239"/>
                  </a:cubicBezTo>
                  <a:cubicBezTo>
                    <a:pt x="-3178" y="35420"/>
                    <a:pt x="-3189" y="17797"/>
                    <a:pt x="7652" y="6978"/>
                  </a:cubicBezTo>
                  <a:cubicBezTo>
                    <a:pt x="18494" y="-3842"/>
                    <a:pt x="36084" y="-3842"/>
                    <a:pt x="46937" y="6978"/>
                  </a:cubicBezTo>
                  <a:cubicBezTo>
                    <a:pt x="46937" y="6978"/>
                    <a:pt x="46947" y="6978"/>
                    <a:pt x="46947" y="6978"/>
                  </a:cubicBezTo>
                  <a:cubicBezTo>
                    <a:pt x="57789" y="17686"/>
                    <a:pt x="57856" y="35308"/>
                    <a:pt x="47092" y="46129"/>
                  </a:cubicBezTo>
                  <a:cubicBezTo>
                    <a:pt x="47037"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7"/>
            <p:cNvSpPr/>
            <p:nvPr/>
          </p:nvSpPr>
          <p:spPr>
            <a:xfrm>
              <a:off x="3107894" y="3822676"/>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2" name="Google Shape;352;p7"/>
            <p:cNvSpPr/>
            <p:nvPr/>
          </p:nvSpPr>
          <p:spPr>
            <a:xfrm>
              <a:off x="3138121" y="3760549"/>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3" name="Google Shape;353;p7"/>
            <p:cNvSpPr/>
            <p:nvPr/>
          </p:nvSpPr>
          <p:spPr>
            <a:xfrm>
              <a:off x="3163663" y="3696414"/>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4" name="Google Shape;354;p7"/>
            <p:cNvSpPr/>
            <p:nvPr/>
          </p:nvSpPr>
          <p:spPr>
            <a:xfrm>
              <a:off x="3184410" y="3630494"/>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5" name="Google Shape;355;p7"/>
            <p:cNvSpPr/>
            <p:nvPr/>
          </p:nvSpPr>
          <p:spPr>
            <a:xfrm>
              <a:off x="3200237" y="3563348"/>
              <a:ext cx="55326" cy="55378"/>
            </a:xfrm>
            <a:custGeom>
              <a:rect b="b" l="l" r="r" t="t"/>
              <a:pathLst>
                <a:path extrusionOk="0" h="55378" w="55326">
                  <a:moveTo>
                    <a:pt x="46735" y="46128"/>
                  </a:moveTo>
                  <a:cubicBezTo>
                    <a:pt x="35927" y="56946"/>
                    <a:pt x="18416" y="56946"/>
                    <a:pt x="7618" y="46128"/>
                  </a:cubicBezTo>
                  <a:cubicBezTo>
                    <a:pt x="-3178" y="35309"/>
                    <a:pt x="-3167" y="17798"/>
                    <a:pt x="7641" y="6977"/>
                  </a:cubicBezTo>
                  <a:cubicBezTo>
                    <a:pt x="18449" y="-3842"/>
                    <a:pt x="35938" y="-3842"/>
                    <a:pt x="46735" y="6977"/>
                  </a:cubicBezTo>
                  <a:cubicBezTo>
                    <a:pt x="57543" y="17798"/>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6" name="Google Shape;356;p7"/>
            <p:cNvSpPr/>
            <p:nvPr/>
          </p:nvSpPr>
          <p:spPr>
            <a:xfrm>
              <a:off x="3210733" y="3495086"/>
              <a:ext cx="55550" cy="55490"/>
            </a:xfrm>
            <a:custGeom>
              <a:rect b="b" l="l" r="r" t="t"/>
              <a:pathLst>
                <a:path extrusionOk="0" h="55490" w="55550">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7" name="Google Shape;357;p7"/>
            <p:cNvSpPr/>
            <p:nvPr/>
          </p:nvSpPr>
          <p:spPr>
            <a:xfrm>
              <a:off x="3216143" y="3426168"/>
              <a:ext cx="55547" cy="55575"/>
            </a:xfrm>
            <a:custGeom>
              <a:rect b="b" l="l" r="r" t="t"/>
              <a:pathLst>
                <a:path extrusionOk="0" h="55575" w="55547">
                  <a:moveTo>
                    <a:pt x="47003" y="46226"/>
                  </a:moveTo>
                  <a:cubicBezTo>
                    <a:pt x="36195" y="57157"/>
                    <a:pt x="18605" y="57157"/>
                    <a:pt x="7730" y="46337"/>
                  </a:cubicBezTo>
                  <a:cubicBezTo>
                    <a:pt x="-3156" y="35518"/>
                    <a:pt x="-3212" y="18007"/>
                    <a:pt x="7596" y="7076"/>
                  </a:cubicBezTo>
                  <a:cubicBezTo>
                    <a:pt x="18416" y="-3856"/>
                    <a:pt x="35994" y="-3856"/>
                    <a:pt x="46880" y="6964"/>
                  </a:cubicBezTo>
                  <a:cubicBezTo>
                    <a:pt x="46914" y="6964"/>
                    <a:pt x="46958" y="7076"/>
                    <a:pt x="47003" y="7076"/>
                  </a:cubicBezTo>
                  <a:cubicBezTo>
                    <a:pt x="57767" y="17895"/>
                    <a:pt x="57767" y="35406"/>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8" name="Google Shape;358;p7"/>
            <p:cNvSpPr/>
            <p:nvPr/>
          </p:nvSpPr>
          <p:spPr>
            <a:xfrm>
              <a:off x="3216477" y="3357238"/>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9" name="Google Shape;359;p7"/>
            <p:cNvSpPr/>
            <p:nvPr/>
          </p:nvSpPr>
          <p:spPr>
            <a:xfrm>
              <a:off x="3211737" y="3288292"/>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4"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0" name="Google Shape;360;p7"/>
            <p:cNvSpPr/>
            <p:nvPr/>
          </p:nvSpPr>
          <p:spPr>
            <a:xfrm>
              <a:off x="3201810" y="3219919"/>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1" name="Google Shape;361;p7"/>
            <p:cNvSpPr/>
            <p:nvPr/>
          </p:nvSpPr>
          <p:spPr>
            <a:xfrm>
              <a:off x="3186752" y="3152550"/>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2" name="Google Shape;362;p7"/>
            <p:cNvSpPr/>
            <p:nvPr/>
          </p:nvSpPr>
          <p:spPr>
            <a:xfrm>
              <a:off x="3166675" y="3086407"/>
              <a:ext cx="55593" cy="55490"/>
            </a:xfrm>
            <a:custGeom>
              <a:rect b="b" l="l" r="r" t="t"/>
              <a:pathLst>
                <a:path extrusionOk="0" h="55490" w="55593">
                  <a:moveTo>
                    <a:pt x="46947" y="46239"/>
                  </a:moveTo>
                  <a:cubicBezTo>
                    <a:pt x="36106"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7"/>
            <p:cNvSpPr/>
            <p:nvPr/>
          </p:nvSpPr>
          <p:spPr>
            <a:xfrm>
              <a:off x="3141802" y="3022607"/>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7"/>
            <p:cNvSpPr/>
            <p:nvPr/>
          </p:nvSpPr>
          <p:spPr>
            <a:xfrm>
              <a:off x="3112132" y="2959698"/>
              <a:ext cx="55594" cy="55490"/>
            </a:xfrm>
            <a:custGeom>
              <a:rect b="b" l="l" r="r" t="t"/>
              <a:pathLst>
                <a:path extrusionOk="0" h="55490" w="55594">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7"/>
            <p:cNvSpPr/>
            <p:nvPr/>
          </p:nvSpPr>
          <p:spPr>
            <a:xfrm>
              <a:off x="3077890" y="2899914"/>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7"/>
            <p:cNvSpPr/>
            <p:nvPr/>
          </p:nvSpPr>
          <p:spPr>
            <a:xfrm>
              <a:off x="3039297" y="2842471"/>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7"/>
            <p:cNvSpPr/>
            <p:nvPr/>
          </p:nvSpPr>
          <p:spPr>
            <a:xfrm>
              <a:off x="2996578" y="2788374"/>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7"/>
            <p:cNvSpPr/>
            <p:nvPr/>
          </p:nvSpPr>
          <p:spPr>
            <a:xfrm>
              <a:off x="2949843" y="2737401"/>
              <a:ext cx="55550" cy="55491"/>
            </a:xfrm>
            <a:custGeom>
              <a:rect b="b" l="l" r="r" t="t"/>
              <a:pathLst>
                <a:path extrusionOk="0" h="55491" w="55550">
                  <a:moveTo>
                    <a:pt x="46947" y="46240"/>
                  </a:moveTo>
                  <a:cubicBezTo>
                    <a:pt x="36106"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7"/>
            <p:cNvSpPr/>
            <p:nvPr/>
          </p:nvSpPr>
          <p:spPr>
            <a:xfrm>
              <a:off x="2899371" y="2690122"/>
              <a:ext cx="55548" cy="55574"/>
            </a:xfrm>
            <a:custGeom>
              <a:rect b="b" l="l" r="r" t="t"/>
              <a:pathLst>
                <a:path extrusionOk="0" h="55574" w="55548">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9"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7"/>
            <p:cNvSpPr/>
            <p:nvPr/>
          </p:nvSpPr>
          <p:spPr>
            <a:xfrm>
              <a:off x="2845665" y="2646831"/>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7"/>
            <p:cNvSpPr/>
            <p:nvPr/>
          </p:nvSpPr>
          <p:spPr>
            <a:xfrm>
              <a:off x="2788781" y="2607682"/>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7"/>
            <p:cNvSpPr/>
            <p:nvPr/>
          </p:nvSpPr>
          <p:spPr>
            <a:xfrm>
              <a:off x="2729319" y="2572881"/>
              <a:ext cx="55322" cy="55379"/>
            </a:xfrm>
            <a:custGeom>
              <a:rect b="b" l="l" r="r" t="t"/>
              <a:pathLst>
                <a:path extrusionOk="0" h="55379" w="55322">
                  <a:moveTo>
                    <a:pt x="46735" y="46129"/>
                  </a:moveTo>
                  <a:cubicBezTo>
                    <a:pt x="35927" y="56947"/>
                    <a:pt x="18404" y="56947"/>
                    <a:pt x="7619" y="46129"/>
                  </a:cubicBezTo>
                  <a:cubicBezTo>
                    <a:pt x="-3178" y="35308"/>
                    <a:pt x="-3167" y="17797"/>
                    <a:pt x="7641" y="6978"/>
                  </a:cubicBezTo>
                  <a:cubicBezTo>
                    <a:pt x="18449" y="-3842"/>
                    <a:pt x="35939" y="-3842"/>
                    <a:pt x="46735" y="6978"/>
                  </a:cubicBezTo>
                  <a:cubicBezTo>
                    <a:pt x="57544" y="17797"/>
                    <a:pt x="57555" y="35308"/>
                    <a:pt x="46769" y="46129"/>
                  </a:cubicBezTo>
                  <a:cubicBezTo>
                    <a:pt x="46758" y="46129"/>
                    <a:pt x="46747" y="46129"/>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7"/>
            <p:cNvSpPr/>
            <p:nvPr/>
          </p:nvSpPr>
          <p:spPr>
            <a:xfrm>
              <a:off x="2667091" y="2542989"/>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7"/>
            <p:cNvSpPr/>
            <p:nvPr/>
          </p:nvSpPr>
          <p:spPr>
            <a:xfrm>
              <a:off x="2602956" y="2517000"/>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7"/>
            <p:cNvSpPr/>
            <p:nvPr/>
          </p:nvSpPr>
          <p:spPr>
            <a:xfrm>
              <a:off x="2536981" y="2496267"/>
              <a:ext cx="55639" cy="55575"/>
            </a:xfrm>
            <a:custGeom>
              <a:rect b="b" l="l" r="r" t="t"/>
              <a:pathLst>
                <a:path extrusionOk="0" h="55575" w="55639">
                  <a:moveTo>
                    <a:pt x="47003" y="46226"/>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811" y="17783"/>
                    <a:pt x="57901" y="35183"/>
                    <a:pt x="47193" y="46003"/>
                  </a:cubicBezTo>
                  <a:cubicBezTo>
                    <a:pt x="47126" y="46115"/>
                    <a:pt x="47070" y="46115"/>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7"/>
            <p:cNvSpPr/>
            <p:nvPr/>
          </p:nvSpPr>
          <p:spPr>
            <a:xfrm>
              <a:off x="2469779" y="2480639"/>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7"/>
            <p:cNvSpPr/>
            <p:nvPr/>
          </p:nvSpPr>
          <p:spPr>
            <a:xfrm>
              <a:off x="2332697" y="2464911"/>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7"/>
            <p:cNvSpPr/>
            <p:nvPr/>
          </p:nvSpPr>
          <p:spPr>
            <a:xfrm>
              <a:off x="2263654" y="2464130"/>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4"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7"/>
            <p:cNvSpPr/>
            <p:nvPr/>
          </p:nvSpPr>
          <p:spPr>
            <a:xfrm>
              <a:off x="2194723" y="2468926"/>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7"/>
            <p:cNvSpPr/>
            <p:nvPr/>
          </p:nvSpPr>
          <p:spPr>
            <a:xfrm>
              <a:off x="2126405" y="2478867"/>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7"/>
            <p:cNvSpPr/>
            <p:nvPr/>
          </p:nvSpPr>
          <p:spPr>
            <a:xfrm>
              <a:off x="2059091" y="2493911"/>
              <a:ext cx="55550" cy="55490"/>
            </a:xfrm>
            <a:custGeom>
              <a:rect b="b" l="l" r="r" t="t"/>
              <a:pathLst>
                <a:path extrusionOk="0" h="55490" w="55550">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7"/>
            <p:cNvSpPr/>
            <p:nvPr/>
          </p:nvSpPr>
          <p:spPr>
            <a:xfrm>
              <a:off x="1992949" y="2513989"/>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7"/>
            <p:cNvSpPr/>
            <p:nvPr/>
          </p:nvSpPr>
          <p:spPr>
            <a:xfrm>
              <a:off x="1928591" y="2538862"/>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7"/>
            <p:cNvSpPr/>
            <p:nvPr/>
          </p:nvSpPr>
          <p:spPr>
            <a:xfrm>
              <a:off x="1866240" y="2568531"/>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7"/>
            <p:cNvSpPr/>
            <p:nvPr/>
          </p:nvSpPr>
          <p:spPr>
            <a:xfrm>
              <a:off x="1806232" y="2602773"/>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7"/>
            <p:cNvSpPr/>
            <p:nvPr/>
          </p:nvSpPr>
          <p:spPr>
            <a:xfrm>
              <a:off x="1748566" y="2641366"/>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7"/>
            <p:cNvSpPr/>
            <p:nvPr/>
          </p:nvSpPr>
          <p:spPr>
            <a:xfrm>
              <a:off x="1694749" y="2684100"/>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7"/>
            <p:cNvSpPr/>
            <p:nvPr/>
          </p:nvSpPr>
          <p:spPr>
            <a:xfrm>
              <a:off x="1643887" y="2730834"/>
              <a:ext cx="55548" cy="55574"/>
            </a:xfrm>
            <a:custGeom>
              <a:rect b="b" l="l" r="r" t="t"/>
              <a:pathLst>
                <a:path extrusionOk="0" h="55574" w="55548">
                  <a:moveTo>
                    <a:pt x="47003" y="46225"/>
                  </a:moveTo>
                  <a:cubicBezTo>
                    <a:pt x="36195" y="57156"/>
                    <a:pt x="18605" y="57156"/>
                    <a:pt x="7730" y="46337"/>
                  </a:cubicBezTo>
                  <a:cubicBezTo>
                    <a:pt x="-3156" y="35518"/>
                    <a:pt x="-3212" y="18007"/>
                    <a:pt x="7596" y="7075"/>
                  </a:cubicBezTo>
                  <a:cubicBezTo>
                    <a:pt x="18416" y="-3856"/>
                    <a:pt x="35994" y="-3856"/>
                    <a:pt x="46881" y="6963"/>
                  </a:cubicBezTo>
                  <a:cubicBezTo>
                    <a:pt x="46914" y="6963"/>
                    <a:pt x="46959"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7"/>
            <p:cNvSpPr/>
            <p:nvPr/>
          </p:nvSpPr>
          <p:spPr>
            <a:xfrm>
              <a:off x="1596650" y="2781236"/>
              <a:ext cx="55593" cy="55490"/>
            </a:xfrm>
            <a:custGeom>
              <a:rect b="b" l="l" r="r" t="t"/>
              <a:pathLst>
                <a:path extrusionOk="0" h="55490" w="55593">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7"/>
            <p:cNvSpPr/>
            <p:nvPr/>
          </p:nvSpPr>
          <p:spPr>
            <a:xfrm>
              <a:off x="1553373" y="2834997"/>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7"/>
            <p:cNvSpPr/>
            <p:nvPr/>
          </p:nvSpPr>
          <p:spPr>
            <a:xfrm>
              <a:off x="1514334" y="2891883"/>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7"/>
            <p:cNvSpPr/>
            <p:nvPr/>
          </p:nvSpPr>
          <p:spPr>
            <a:xfrm>
              <a:off x="1479311" y="2951556"/>
              <a:ext cx="55593" cy="55490"/>
            </a:xfrm>
            <a:custGeom>
              <a:rect b="b" l="l" r="r" t="t"/>
              <a:pathLst>
                <a:path extrusionOk="0" h="55490" w="55593">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7"/>
            <p:cNvSpPr/>
            <p:nvPr/>
          </p:nvSpPr>
          <p:spPr>
            <a:xfrm>
              <a:off x="1449084" y="3013572"/>
              <a:ext cx="55550" cy="55491"/>
            </a:xfrm>
            <a:custGeom>
              <a:rect b="b" l="l" r="r" t="t"/>
              <a:pathLst>
                <a:path extrusionOk="0" h="55491" w="55550">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4" name="Google Shape;394;p7"/>
            <p:cNvSpPr/>
            <p:nvPr/>
          </p:nvSpPr>
          <p:spPr>
            <a:xfrm>
              <a:off x="1423485" y="3077720"/>
              <a:ext cx="55548" cy="55574"/>
            </a:xfrm>
            <a:custGeom>
              <a:rect b="b" l="l" r="r" t="t"/>
              <a:pathLst>
                <a:path extrusionOk="0" h="55574" w="55548">
                  <a:moveTo>
                    <a:pt x="47003" y="46225"/>
                  </a:moveTo>
                  <a:cubicBezTo>
                    <a:pt x="36195" y="57157"/>
                    <a:pt x="18606" y="57157"/>
                    <a:pt x="7730" y="46337"/>
                  </a:cubicBezTo>
                  <a:cubicBezTo>
                    <a:pt x="-3156" y="35518"/>
                    <a:pt x="-3212" y="18007"/>
                    <a:pt x="7597" y="7076"/>
                  </a:cubicBezTo>
                  <a:cubicBezTo>
                    <a:pt x="18416" y="-3856"/>
                    <a:pt x="35994" y="-3856"/>
                    <a:pt x="46881" y="6964"/>
                  </a:cubicBezTo>
                  <a:cubicBezTo>
                    <a:pt x="46914" y="6964"/>
                    <a:pt x="46959"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5" name="Google Shape;395;p7"/>
            <p:cNvSpPr/>
            <p:nvPr/>
          </p:nvSpPr>
          <p:spPr>
            <a:xfrm>
              <a:off x="1402795" y="3143626"/>
              <a:ext cx="55594" cy="55490"/>
            </a:xfrm>
            <a:custGeom>
              <a:rect b="b" l="l" r="r" t="t"/>
              <a:pathLst>
                <a:path extrusionOk="0" h="55490" w="55594">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6" name="Google Shape;396;p7"/>
            <p:cNvSpPr/>
            <p:nvPr/>
          </p:nvSpPr>
          <p:spPr>
            <a:xfrm>
              <a:off x="1387180" y="3210885"/>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7" name="Google Shape;397;p7"/>
            <p:cNvSpPr/>
            <p:nvPr/>
          </p:nvSpPr>
          <p:spPr>
            <a:xfrm>
              <a:off x="1376472" y="3279146"/>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8" name="Google Shape;398;p7"/>
            <p:cNvSpPr/>
            <p:nvPr/>
          </p:nvSpPr>
          <p:spPr>
            <a:xfrm>
              <a:off x="1371007" y="3347966"/>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9" name="Google Shape;399;p7"/>
            <p:cNvSpPr/>
            <p:nvPr/>
          </p:nvSpPr>
          <p:spPr>
            <a:xfrm>
              <a:off x="1370672" y="3417008"/>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0" name="Google Shape;400;p7"/>
            <p:cNvSpPr/>
            <p:nvPr/>
          </p:nvSpPr>
          <p:spPr>
            <a:xfrm>
              <a:off x="1375412" y="3485842"/>
              <a:ext cx="55639" cy="55574"/>
            </a:xfrm>
            <a:custGeom>
              <a:rect b="b" l="l" r="r" t="t"/>
              <a:pathLst>
                <a:path extrusionOk="0" h="55574" w="55639">
                  <a:moveTo>
                    <a:pt x="47003" y="46225"/>
                  </a:moveTo>
                  <a:cubicBezTo>
                    <a:pt x="36195" y="57156"/>
                    <a:pt x="18606" y="57156"/>
                    <a:pt x="7730" y="46337"/>
                  </a:cubicBezTo>
                  <a:cubicBezTo>
                    <a:pt x="-3156" y="35517"/>
                    <a:pt x="-3212" y="18006"/>
                    <a:pt x="7597" y="7075"/>
                  </a:cubicBezTo>
                  <a:cubicBezTo>
                    <a:pt x="18416" y="-3856"/>
                    <a:pt x="35994" y="-3856"/>
                    <a:pt x="46881" y="6963"/>
                  </a:cubicBezTo>
                  <a:cubicBezTo>
                    <a:pt x="46914" y="6963"/>
                    <a:pt x="46959" y="7075"/>
                    <a:pt x="47003" y="7075"/>
                  </a:cubicBezTo>
                  <a:cubicBezTo>
                    <a:pt x="57811" y="17782"/>
                    <a:pt x="57901" y="35183"/>
                    <a:pt x="47193" y="46002"/>
                  </a:cubicBezTo>
                  <a:cubicBezTo>
                    <a:pt x="47126" y="46114"/>
                    <a:pt x="47071"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1" name="Google Shape;401;p7"/>
            <p:cNvSpPr/>
            <p:nvPr/>
          </p:nvSpPr>
          <p:spPr>
            <a:xfrm>
              <a:off x="1385395" y="3554202"/>
              <a:ext cx="55594" cy="55490"/>
            </a:xfrm>
            <a:custGeom>
              <a:rect b="b" l="l" r="r" t="t"/>
              <a:pathLst>
                <a:path extrusionOk="0" h="55490" w="55594">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2" name="Google Shape;402;p7"/>
            <p:cNvSpPr/>
            <p:nvPr/>
          </p:nvSpPr>
          <p:spPr>
            <a:xfrm>
              <a:off x="1400397" y="3621585"/>
              <a:ext cx="55638" cy="55575"/>
            </a:xfrm>
            <a:custGeom>
              <a:rect b="b" l="l" r="r" t="t"/>
              <a:pathLst>
                <a:path extrusionOk="0" h="55575" w="55638">
                  <a:moveTo>
                    <a:pt x="47003" y="46225"/>
                  </a:moveTo>
                  <a:cubicBezTo>
                    <a:pt x="36195" y="57157"/>
                    <a:pt x="18605" y="57157"/>
                    <a:pt x="7730" y="46337"/>
                  </a:cubicBezTo>
                  <a:cubicBezTo>
                    <a:pt x="-3156" y="35518"/>
                    <a:pt x="-3212" y="18007"/>
                    <a:pt x="7596" y="7075"/>
                  </a:cubicBezTo>
                  <a:cubicBezTo>
                    <a:pt x="18415" y="-3856"/>
                    <a:pt x="35994" y="-3856"/>
                    <a:pt x="46880" y="6964"/>
                  </a:cubicBezTo>
                  <a:cubicBezTo>
                    <a:pt x="46914" y="6964"/>
                    <a:pt x="46959" y="7075"/>
                    <a:pt x="47003" y="7075"/>
                  </a:cubicBezTo>
                  <a:cubicBezTo>
                    <a:pt x="57811" y="17783"/>
                    <a:pt x="57901" y="35183"/>
                    <a:pt x="47193" y="46003"/>
                  </a:cubicBezTo>
                  <a:cubicBezTo>
                    <a:pt x="47126" y="46113"/>
                    <a:pt x="47070" y="46113"/>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3" name="Google Shape;403;p7"/>
            <p:cNvSpPr/>
            <p:nvPr/>
          </p:nvSpPr>
          <p:spPr>
            <a:xfrm>
              <a:off x="1347695" y="3712810"/>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4" name="Google Shape;404;p7"/>
            <p:cNvSpPr/>
            <p:nvPr/>
          </p:nvSpPr>
          <p:spPr>
            <a:xfrm>
              <a:off x="1372457" y="3777280"/>
              <a:ext cx="55550" cy="55490"/>
            </a:xfrm>
            <a:custGeom>
              <a:rect b="b" l="l" r="r" t="t"/>
              <a:pathLst>
                <a:path extrusionOk="0" h="55490" w="55550">
                  <a:moveTo>
                    <a:pt x="46948" y="46239"/>
                  </a:moveTo>
                  <a:cubicBezTo>
                    <a:pt x="36106" y="57058"/>
                    <a:pt x="18516" y="57058"/>
                    <a:pt x="7674" y="46239"/>
                  </a:cubicBezTo>
                  <a:cubicBezTo>
                    <a:pt x="-3178" y="35419"/>
                    <a:pt x="-3190" y="17796"/>
                    <a:pt x="7652" y="6977"/>
                  </a:cubicBezTo>
                  <a:cubicBezTo>
                    <a:pt x="18494" y="-3842"/>
                    <a:pt x="36084" y="-3842"/>
                    <a:pt x="46936" y="6977"/>
                  </a:cubicBezTo>
                  <a:cubicBezTo>
                    <a:pt x="46936" y="6977"/>
                    <a:pt x="46948" y="6977"/>
                    <a:pt x="46948" y="6977"/>
                  </a:cubicBezTo>
                  <a:cubicBezTo>
                    <a:pt x="57789" y="17796"/>
                    <a:pt x="57789" y="3541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7"/>
            <p:cNvSpPr/>
            <p:nvPr/>
          </p:nvSpPr>
          <p:spPr>
            <a:xfrm>
              <a:off x="1401568" y="3839853"/>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7"/>
            <p:cNvSpPr/>
            <p:nvPr/>
          </p:nvSpPr>
          <p:spPr>
            <a:xfrm>
              <a:off x="1434919" y="3900307"/>
              <a:ext cx="55550" cy="55491"/>
            </a:xfrm>
            <a:custGeom>
              <a:rect b="b" l="l" r="r" t="t"/>
              <a:pathLst>
                <a:path extrusionOk="0" h="55491" w="55550">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7"/>
            <p:cNvSpPr/>
            <p:nvPr/>
          </p:nvSpPr>
          <p:spPr>
            <a:xfrm>
              <a:off x="1472340" y="3958322"/>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7"/>
            <p:cNvSpPr/>
            <p:nvPr/>
          </p:nvSpPr>
          <p:spPr>
            <a:xfrm>
              <a:off x="1514334" y="4013631"/>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7"/>
            <p:cNvSpPr/>
            <p:nvPr/>
          </p:nvSpPr>
          <p:spPr>
            <a:xfrm>
              <a:off x="1558950" y="4065943"/>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7"/>
            <p:cNvSpPr/>
            <p:nvPr/>
          </p:nvSpPr>
          <p:spPr>
            <a:xfrm>
              <a:off x="1607470" y="4115020"/>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7"/>
            <p:cNvSpPr/>
            <p:nvPr/>
          </p:nvSpPr>
          <p:spPr>
            <a:xfrm>
              <a:off x="1659335" y="4160305"/>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7"/>
            <p:cNvSpPr/>
            <p:nvPr/>
          </p:nvSpPr>
          <p:spPr>
            <a:xfrm>
              <a:off x="1714213" y="4202579"/>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7"/>
            <p:cNvSpPr/>
            <p:nvPr/>
          </p:nvSpPr>
          <p:spPr>
            <a:xfrm>
              <a:off x="1771767" y="4240613"/>
              <a:ext cx="55593" cy="55491"/>
            </a:xfrm>
            <a:custGeom>
              <a:rect b="b" l="l" r="r" t="t"/>
              <a:pathLst>
                <a:path extrusionOk="0" h="55491" w="55593">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686"/>
                    <a:pt x="57856" y="35308"/>
                    <a:pt x="47092" y="46127"/>
                  </a:cubicBezTo>
                  <a:cubicBezTo>
                    <a:pt x="47047"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7"/>
            <p:cNvSpPr/>
            <p:nvPr/>
          </p:nvSpPr>
          <p:spPr>
            <a:xfrm>
              <a:off x="1832098" y="4274633"/>
              <a:ext cx="55322" cy="55378"/>
            </a:xfrm>
            <a:custGeom>
              <a:rect b="b" l="l" r="r" t="t"/>
              <a:pathLst>
                <a:path extrusionOk="0" h="55378" w="55322">
                  <a:moveTo>
                    <a:pt x="46735" y="46128"/>
                  </a:moveTo>
                  <a:cubicBezTo>
                    <a:pt x="35927" y="56946"/>
                    <a:pt x="18404" y="56946"/>
                    <a:pt x="7619" y="46128"/>
                  </a:cubicBezTo>
                  <a:cubicBezTo>
                    <a:pt x="-3178" y="35309"/>
                    <a:pt x="-3167" y="17796"/>
                    <a:pt x="7641" y="6977"/>
                  </a:cubicBezTo>
                  <a:cubicBezTo>
                    <a:pt x="18449" y="-3842"/>
                    <a:pt x="35939" y="-3842"/>
                    <a:pt x="46735" y="6977"/>
                  </a:cubicBezTo>
                  <a:cubicBezTo>
                    <a:pt x="57544" y="17796"/>
                    <a:pt x="57555" y="35309"/>
                    <a:pt x="46769" y="46128"/>
                  </a:cubicBezTo>
                  <a:cubicBezTo>
                    <a:pt x="46758" y="46128"/>
                    <a:pt x="46747"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7"/>
            <p:cNvSpPr/>
            <p:nvPr/>
          </p:nvSpPr>
          <p:spPr>
            <a:xfrm>
              <a:off x="1894237" y="4304302"/>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7"/>
            <p:cNvSpPr/>
            <p:nvPr/>
          </p:nvSpPr>
          <p:spPr>
            <a:xfrm>
              <a:off x="1958427" y="4329635"/>
              <a:ext cx="55547" cy="55575"/>
            </a:xfrm>
            <a:custGeom>
              <a:rect b="b" l="l" r="r" t="t"/>
              <a:pathLst>
                <a:path extrusionOk="0" h="55575" w="55547">
                  <a:moveTo>
                    <a:pt x="47003" y="46226"/>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767" y="17895"/>
                    <a:pt x="57767" y="35406"/>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7"/>
            <p:cNvSpPr/>
            <p:nvPr/>
          </p:nvSpPr>
          <p:spPr>
            <a:xfrm>
              <a:off x="2024503" y="4350590"/>
              <a:ext cx="55416" cy="55379"/>
            </a:xfrm>
            <a:custGeom>
              <a:rect b="b" l="l" r="r" t="t"/>
              <a:pathLst>
                <a:path extrusionOk="0" h="55379" w="55416">
                  <a:moveTo>
                    <a:pt x="46735" y="46129"/>
                  </a:moveTo>
                  <a:cubicBezTo>
                    <a:pt x="35927" y="56947"/>
                    <a:pt x="18404" y="56947"/>
                    <a:pt x="7619" y="46129"/>
                  </a:cubicBezTo>
                  <a:cubicBezTo>
                    <a:pt x="-3178" y="35308"/>
                    <a:pt x="-3167" y="17797"/>
                    <a:pt x="7641" y="6978"/>
                  </a:cubicBezTo>
                  <a:cubicBezTo>
                    <a:pt x="18449" y="-3842"/>
                    <a:pt x="35939" y="-3842"/>
                    <a:pt x="46735" y="6978"/>
                  </a:cubicBezTo>
                  <a:cubicBezTo>
                    <a:pt x="57544" y="17574"/>
                    <a:pt x="57700" y="34975"/>
                    <a:pt x="47081" y="45794"/>
                  </a:cubicBezTo>
                  <a:cubicBezTo>
                    <a:pt x="46970" y="45905"/>
                    <a:pt x="46847" y="46017"/>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7"/>
            <p:cNvSpPr/>
            <p:nvPr/>
          </p:nvSpPr>
          <p:spPr>
            <a:xfrm>
              <a:off x="2091382" y="4366778"/>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7"/>
            <p:cNvSpPr/>
            <p:nvPr/>
          </p:nvSpPr>
          <p:spPr>
            <a:xfrm>
              <a:off x="2159477" y="4378475"/>
              <a:ext cx="55594" cy="55491"/>
            </a:xfrm>
            <a:custGeom>
              <a:rect b="b" l="l" r="r" t="t"/>
              <a:pathLst>
                <a:path extrusionOk="0" h="55491" w="55594">
                  <a:moveTo>
                    <a:pt x="46948" y="46240"/>
                  </a:moveTo>
                  <a:cubicBezTo>
                    <a:pt x="36106" y="57059"/>
                    <a:pt x="18516" y="57059"/>
                    <a:pt x="7674" y="46240"/>
                  </a:cubicBezTo>
                  <a:cubicBezTo>
                    <a:pt x="-3178" y="35420"/>
                    <a:pt x="-3190" y="17797"/>
                    <a:pt x="7652" y="6978"/>
                  </a:cubicBezTo>
                  <a:cubicBezTo>
                    <a:pt x="18494" y="-3842"/>
                    <a:pt x="36084" y="-3842"/>
                    <a:pt x="46936" y="6978"/>
                  </a:cubicBezTo>
                  <a:cubicBezTo>
                    <a:pt x="46936" y="6978"/>
                    <a:pt x="46948" y="6978"/>
                    <a:pt x="46948" y="6978"/>
                  </a:cubicBezTo>
                  <a:cubicBezTo>
                    <a:pt x="57789" y="17797"/>
                    <a:pt x="57856" y="35308"/>
                    <a:pt x="47093" y="46129"/>
                  </a:cubicBezTo>
                  <a:cubicBezTo>
                    <a:pt x="47048" y="46129"/>
                    <a:pt x="46992" y="46240"/>
                    <a:pt x="46948"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7"/>
            <p:cNvSpPr/>
            <p:nvPr/>
          </p:nvSpPr>
          <p:spPr>
            <a:xfrm>
              <a:off x="2434867" y="4377471"/>
              <a:ext cx="55594" cy="55490"/>
            </a:xfrm>
            <a:custGeom>
              <a:rect b="b" l="l" r="r" t="t"/>
              <a:pathLst>
                <a:path extrusionOk="0" h="55490" w="55594">
                  <a:moveTo>
                    <a:pt x="46948" y="46239"/>
                  </a:moveTo>
                  <a:cubicBezTo>
                    <a:pt x="36106" y="57058"/>
                    <a:pt x="18516" y="57058"/>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686"/>
                    <a:pt x="57856" y="35309"/>
                    <a:pt x="47093" y="46128"/>
                  </a:cubicBezTo>
                  <a:cubicBezTo>
                    <a:pt x="47048" y="46128"/>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7"/>
            <p:cNvSpPr/>
            <p:nvPr/>
          </p:nvSpPr>
          <p:spPr>
            <a:xfrm>
              <a:off x="2502906" y="4365314"/>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7"/>
            <p:cNvSpPr/>
            <p:nvPr/>
          </p:nvSpPr>
          <p:spPr>
            <a:xfrm>
              <a:off x="2569941" y="4348583"/>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7"/>
            <p:cNvSpPr/>
            <p:nvPr/>
          </p:nvSpPr>
          <p:spPr>
            <a:xfrm>
              <a:off x="2635526" y="4327614"/>
              <a:ext cx="55593" cy="55490"/>
            </a:xfrm>
            <a:custGeom>
              <a:rect b="b" l="l" r="r" t="t"/>
              <a:pathLst>
                <a:path extrusionOk="0" h="55490" w="55593">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684"/>
                    <a:pt x="57856" y="35309"/>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7"/>
            <p:cNvSpPr/>
            <p:nvPr/>
          </p:nvSpPr>
          <p:spPr>
            <a:xfrm>
              <a:off x="2699661" y="4301402"/>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7"/>
            <p:cNvSpPr/>
            <p:nvPr/>
          </p:nvSpPr>
          <p:spPr>
            <a:xfrm>
              <a:off x="2761677" y="4271175"/>
              <a:ext cx="55593" cy="55491"/>
            </a:xfrm>
            <a:custGeom>
              <a:rect b="b" l="l" r="r" t="t"/>
              <a:pathLst>
                <a:path extrusionOk="0" h="55491" w="55593">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686"/>
                    <a:pt x="57856" y="35308"/>
                    <a:pt x="47092" y="46129"/>
                  </a:cubicBezTo>
                  <a:cubicBezTo>
                    <a:pt x="47047"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7"/>
            <p:cNvSpPr/>
            <p:nvPr/>
          </p:nvSpPr>
          <p:spPr>
            <a:xfrm>
              <a:off x="2821785" y="4236821"/>
              <a:ext cx="55416" cy="55378"/>
            </a:xfrm>
            <a:custGeom>
              <a:rect b="b" l="l" r="r" t="t"/>
              <a:pathLst>
                <a:path extrusionOk="0" h="55378" w="55416">
                  <a:moveTo>
                    <a:pt x="46736" y="46128"/>
                  </a:moveTo>
                  <a:cubicBezTo>
                    <a:pt x="35928" y="56946"/>
                    <a:pt x="18416" y="56946"/>
                    <a:pt x="7619" y="46128"/>
                  </a:cubicBezTo>
                  <a:cubicBezTo>
                    <a:pt x="-3179" y="35309"/>
                    <a:pt x="-3167" y="17798"/>
                    <a:pt x="7641" y="6977"/>
                  </a:cubicBezTo>
                  <a:cubicBezTo>
                    <a:pt x="18449" y="-3842"/>
                    <a:pt x="35938" y="-3842"/>
                    <a:pt x="46736" y="6977"/>
                  </a:cubicBezTo>
                  <a:cubicBezTo>
                    <a:pt x="57544" y="17574"/>
                    <a:pt x="57700" y="34974"/>
                    <a:pt x="47081" y="45793"/>
                  </a:cubicBezTo>
                  <a:cubicBezTo>
                    <a:pt x="46970" y="45904"/>
                    <a:pt x="46858" y="46016"/>
                    <a:pt x="46736"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7"/>
            <p:cNvSpPr/>
            <p:nvPr/>
          </p:nvSpPr>
          <p:spPr>
            <a:xfrm>
              <a:off x="2879016" y="4198340"/>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7"/>
            <p:cNvSpPr/>
            <p:nvPr/>
          </p:nvSpPr>
          <p:spPr>
            <a:xfrm>
              <a:off x="2933502" y="4155969"/>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7"/>
            <p:cNvSpPr/>
            <p:nvPr/>
          </p:nvSpPr>
          <p:spPr>
            <a:xfrm>
              <a:off x="2985089" y="4110001"/>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7"/>
            <p:cNvSpPr/>
            <p:nvPr/>
          </p:nvSpPr>
          <p:spPr>
            <a:xfrm>
              <a:off x="3033274" y="4060589"/>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4"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7"/>
            <p:cNvSpPr/>
            <p:nvPr/>
          </p:nvSpPr>
          <p:spPr>
            <a:xfrm>
              <a:off x="3078001" y="4007942"/>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7"/>
            <p:cNvSpPr/>
            <p:nvPr/>
          </p:nvSpPr>
          <p:spPr>
            <a:xfrm>
              <a:off x="3118936" y="3952396"/>
              <a:ext cx="55593" cy="55490"/>
            </a:xfrm>
            <a:custGeom>
              <a:rect b="b" l="l" r="r" t="t"/>
              <a:pathLst>
                <a:path extrusionOk="0" h="55490" w="55593">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7"/>
            <p:cNvSpPr/>
            <p:nvPr/>
          </p:nvSpPr>
          <p:spPr>
            <a:xfrm>
              <a:off x="3155967" y="3894061"/>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7"/>
            <p:cNvSpPr/>
            <p:nvPr/>
          </p:nvSpPr>
          <p:spPr>
            <a:xfrm>
              <a:off x="3188871" y="3833384"/>
              <a:ext cx="55593" cy="55491"/>
            </a:xfrm>
            <a:custGeom>
              <a:rect b="b" l="l" r="r" t="t"/>
              <a:pathLst>
                <a:path extrusionOk="0" h="55491" w="55593">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89" y="17686"/>
                    <a:pt x="57856" y="35308"/>
                    <a:pt x="47092" y="46129"/>
                  </a:cubicBezTo>
                  <a:cubicBezTo>
                    <a:pt x="47037"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5" name="Google Shape;435;p7"/>
            <p:cNvSpPr/>
            <p:nvPr/>
          </p:nvSpPr>
          <p:spPr>
            <a:xfrm>
              <a:off x="3217749" y="3770587"/>
              <a:ext cx="55326" cy="55379"/>
            </a:xfrm>
            <a:custGeom>
              <a:rect b="b" l="l" r="r" t="t"/>
              <a:pathLst>
                <a:path extrusionOk="0" h="55379" w="55326">
                  <a:moveTo>
                    <a:pt x="46736" y="46129"/>
                  </a:moveTo>
                  <a:cubicBezTo>
                    <a:pt x="35928" y="56947"/>
                    <a:pt x="18416" y="56947"/>
                    <a:pt x="7619" y="46129"/>
                  </a:cubicBezTo>
                  <a:cubicBezTo>
                    <a:pt x="-3179" y="35308"/>
                    <a:pt x="-3167" y="17797"/>
                    <a:pt x="7641" y="6978"/>
                  </a:cubicBezTo>
                  <a:cubicBezTo>
                    <a:pt x="18449" y="-3842"/>
                    <a:pt x="35938" y="-3842"/>
                    <a:pt x="46736" y="6978"/>
                  </a:cubicBezTo>
                  <a:cubicBezTo>
                    <a:pt x="57544" y="17797"/>
                    <a:pt x="57566" y="35308"/>
                    <a:pt x="46769" y="46129"/>
                  </a:cubicBezTo>
                  <a:cubicBezTo>
                    <a:pt x="46758" y="46129"/>
                    <a:pt x="46746" y="46129"/>
                    <a:pt x="46736"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6" name="Google Shape;436;p7"/>
            <p:cNvSpPr/>
            <p:nvPr/>
          </p:nvSpPr>
          <p:spPr>
            <a:xfrm>
              <a:off x="3241852" y="3705895"/>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7" name="Google Shape;437;p7"/>
            <p:cNvSpPr/>
            <p:nvPr/>
          </p:nvSpPr>
          <p:spPr>
            <a:xfrm>
              <a:off x="3261539" y="3639654"/>
              <a:ext cx="55547" cy="55574"/>
            </a:xfrm>
            <a:custGeom>
              <a:rect b="b" l="l" r="r" t="t"/>
              <a:pathLst>
                <a:path extrusionOk="0" h="55574" w="55547">
                  <a:moveTo>
                    <a:pt x="47003" y="46225"/>
                  </a:moveTo>
                  <a:cubicBezTo>
                    <a:pt x="36195" y="57157"/>
                    <a:pt x="18605" y="57157"/>
                    <a:pt x="7730" y="46337"/>
                  </a:cubicBezTo>
                  <a:cubicBezTo>
                    <a:pt x="-3156" y="35518"/>
                    <a:pt x="-3212" y="18007"/>
                    <a:pt x="7596" y="7076"/>
                  </a:cubicBezTo>
                  <a:cubicBezTo>
                    <a:pt x="18415" y="-3856"/>
                    <a:pt x="35994" y="-3856"/>
                    <a:pt x="46880" y="6964"/>
                  </a:cubicBezTo>
                  <a:cubicBezTo>
                    <a:pt x="46914" y="6964"/>
                    <a:pt x="46958"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8" name="Google Shape;438;p7"/>
            <p:cNvSpPr/>
            <p:nvPr/>
          </p:nvSpPr>
          <p:spPr>
            <a:xfrm>
              <a:off x="3276865" y="3572383"/>
              <a:ext cx="55326" cy="55378"/>
            </a:xfrm>
            <a:custGeom>
              <a:rect b="b" l="l" r="r" t="t"/>
              <a:pathLst>
                <a:path extrusionOk="0" h="55378" w="5532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796"/>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9" name="Google Shape;439;p7"/>
            <p:cNvSpPr/>
            <p:nvPr/>
          </p:nvSpPr>
          <p:spPr>
            <a:xfrm>
              <a:off x="3287137" y="3504010"/>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0" name="Google Shape;440;p7"/>
            <p:cNvSpPr/>
            <p:nvPr/>
          </p:nvSpPr>
          <p:spPr>
            <a:xfrm>
              <a:off x="3292826" y="3435301"/>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1" name="Google Shape;441;p7"/>
            <p:cNvSpPr/>
            <p:nvPr/>
          </p:nvSpPr>
          <p:spPr>
            <a:xfrm>
              <a:off x="3293718" y="3366147"/>
              <a:ext cx="55594" cy="55490"/>
            </a:xfrm>
            <a:custGeom>
              <a:rect b="b" l="l" r="r" t="t"/>
              <a:pathLst>
                <a:path extrusionOk="0" h="55490" w="55594">
                  <a:moveTo>
                    <a:pt x="46948" y="46239"/>
                  </a:moveTo>
                  <a:cubicBezTo>
                    <a:pt x="36106" y="57058"/>
                    <a:pt x="18516" y="57058"/>
                    <a:pt x="7674" y="46239"/>
                  </a:cubicBezTo>
                  <a:cubicBezTo>
                    <a:pt x="-3178" y="35419"/>
                    <a:pt x="-3190" y="17796"/>
                    <a:pt x="7652" y="6977"/>
                  </a:cubicBezTo>
                  <a:cubicBezTo>
                    <a:pt x="18494" y="-3842"/>
                    <a:pt x="36084" y="-3842"/>
                    <a:pt x="46936" y="6977"/>
                  </a:cubicBezTo>
                  <a:cubicBezTo>
                    <a:pt x="46936" y="6977"/>
                    <a:pt x="46948" y="6977"/>
                    <a:pt x="46948" y="6977"/>
                  </a:cubicBezTo>
                  <a:cubicBezTo>
                    <a:pt x="57789" y="17684"/>
                    <a:pt x="57856" y="35307"/>
                    <a:pt x="47093" y="46128"/>
                  </a:cubicBezTo>
                  <a:cubicBezTo>
                    <a:pt x="47048" y="46128"/>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2" name="Google Shape;442;p7"/>
            <p:cNvSpPr/>
            <p:nvPr/>
          </p:nvSpPr>
          <p:spPr>
            <a:xfrm>
              <a:off x="3289926" y="3297216"/>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3" name="Google Shape;443;p7"/>
            <p:cNvSpPr/>
            <p:nvPr/>
          </p:nvSpPr>
          <p:spPr>
            <a:xfrm>
              <a:off x="3281337" y="3228730"/>
              <a:ext cx="55594" cy="55490"/>
            </a:xfrm>
            <a:custGeom>
              <a:rect b="b" l="l" r="r" t="t"/>
              <a:pathLst>
                <a:path extrusionOk="0" h="55490" w="55594">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4" name="Google Shape;444;p7"/>
            <p:cNvSpPr/>
            <p:nvPr/>
          </p:nvSpPr>
          <p:spPr>
            <a:xfrm>
              <a:off x="3268064" y="3160915"/>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5" name="Google Shape;445;p7"/>
            <p:cNvSpPr/>
            <p:nvPr/>
          </p:nvSpPr>
          <p:spPr>
            <a:xfrm>
              <a:off x="3250106" y="3094215"/>
              <a:ext cx="55594" cy="55490"/>
            </a:xfrm>
            <a:custGeom>
              <a:rect b="b" l="l" r="r" t="t"/>
              <a:pathLst>
                <a:path extrusionOk="0" h="55490" w="55594">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89" y="17684"/>
                    <a:pt x="57856" y="35307"/>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6" name="Google Shape;446;p7"/>
            <p:cNvSpPr/>
            <p:nvPr/>
          </p:nvSpPr>
          <p:spPr>
            <a:xfrm>
              <a:off x="3227687" y="3028964"/>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7" name="Google Shape;447;p7"/>
            <p:cNvSpPr/>
            <p:nvPr/>
          </p:nvSpPr>
          <p:spPr>
            <a:xfrm>
              <a:off x="3200907" y="2965387"/>
              <a:ext cx="55416" cy="55378"/>
            </a:xfrm>
            <a:custGeom>
              <a:rect b="b" l="l" r="r" t="t"/>
              <a:pathLst>
                <a:path extrusionOk="0" h="55378" w="5541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574"/>
                    <a:pt x="57699" y="34974"/>
                    <a:pt x="47081" y="45793"/>
                  </a:cubicBezTo>
                  <a:cubicBezTo>
                    <a:pt x="46970" y="45904"/>
                    <a:pt x="46858"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8" name="Google Shape;448;p7"/>
            <p:cNvSpPr/>
            <p:nvPr/>
          </p:nvSpPr>
          <p:spPr>
            <a:xfrm>
              <a:off x="3169408" y="2903719"/>
              <a:ext cx="55639" cy="55574"/>
            </a:xfrm>
            <a:custGeom>
              <a:rect b="b" l="l" r="r" t="t"/>
              <a:pathLst>
                <a:path extrusionOk="0" h="55574" w="55639">
                  <a:moveTo>
                    <a:pt x="47003" y="46225"/>
                  </a:moveTo>
                  <a:cubicBezTo>
                    <a:pt x="36195" y="57156"/>
                    <a:pt x="18605" y="57156"/>
                    <a:pt x="7730" y="46337"/>
                  </a:cubicBezTo>
                  <a:cubicBezTo>
                    <a:pt x="-3156" y="35518"/>
                    <a:pt x="-3212" y="18007"/>
                    <a:pt x="7596" y="7075"/>
                  </a:cubicBezTo>
                  <a:cubicBezTo>
                    <a:pt x="18416" y="-3856"/>
                    <a:pt x="35994" y="-3856"/>
                    <a:pt x="46881" y="6963"/>
                  </a:cubicBezTo>
                  <a:cubicBezTo>
                    <a:pt x="46914" y="6963"/>
                    <a:pt x="46958" y="7075"/>
                    <a:pt x="47003" y="7075"/>
                  </a:cubicBezTo>
                  <a:cubicBezTo>
                    <a:pt x="57811" y="17784"/>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49" name="Google Shape;449;p7"/>
            <p:cNvSpPr/>
            <p:nvPr/>
          </p:nvSpPr>
          <p:spPr>
            <a:xfrm>
              <a:off x="3134106" y="2844144"/>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0" name="Google Shape;450;p7"/>
            <p:cNvSpPr/>
            <p:nvPr/>
          </p:nvSpPr>
          <p:spPr>
            <a:xfrm>
              <a:off x="3094621" y="2788374"/>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1" name="Google Shape;451;p7"/>
            <p:cNvSpPr/>
            <p:nvPr/>
          </p:nvSpPr>
          <p:spPr>
            <a:xfrm>
              <a:off x="3004441" y="2683207"/>
              <a:ext cx="55547" cy="55574"/>
            </a:xfrm>
            <a:custGeom>
              <a:rect b="b" l="l" r="r" t="t"/>
              <a:pathLst>
                <a:path extrusionOk="0" h="55574" w="55547">
                  <a:moveTo>
                    <a:pt x="47003" y="46225"/>
                  </a:moveTo>
                  <a:cubicBezTo>
                    <a:pt x="36195" y="57157"/>
                    <a:pt x="18605" y="57157"/>
                    <a:pt x="7730" y="46337"/>
                  </a:cubicBezTo>
                  <a:cubicBezTo>
                    <a:pt x="-3156" y="35518"/>
                    <a:pt x="-3212" y="18007"/>
                    <a:pt x="7596" y="7076"/>
                  </a:cubicBezTo>
                  <a:cubicBezTo>
                    <a:pt x="18405" y="-3856"/>
                    <a:pt x="35994" y="-3856"/>
                    <a:pt x="46880" y="6964"/>
                  </a:cubicBezTo>
                  <a:cubicBezTo>
                    <a:pt x="46914" y="6964"/>
                    <a:pt x="46959"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2" name="Google Shape;452;p7"/>
            <p:cNvSpPr/>
            <p:nvPr/>
          </p:nvSpPr>
          <p:spPr>
            <a:xfrm>
              <a:off x="2954193" y="2635900"/>
              <a:ext cx="55594" cy="55491"/>
            </a:xfrm>
            <a:custGeom>
              <a:rect b="b" l="l" r="r" t="t"/>
              <a:pathLst>
                <a:path extrusionOk="0" h="55491" w="55594">
                  <a:moveTo>
                    <a:pt x="46948" y="46239"/>
                  </a:moveTo>
                  <a:cubicBezTo>
                    <a:pt x="36106" y="57059"/>
                    <a:pt x="18516" y="57059"/>
                    <a:pt x="7674" y="46239"/>
                  </a:cubicBezTo>
                  <a:cubicBezTo>
                    <a:pt x="-3178" y="35420"/>
                    <a:pt x="-3190" y="17797"/>
                    <a:pt x="7652" y="6978"/>
                  </a:cubicBezTo>
                  <a:cubicBezTo>
                    <a:pt x="18494" y="-3842"/>
                    <a:pt x="36084" y="-3842"/>
                    <a:pt x="46936" y="6978"/>
                  </a:cubicBezTo>
                  <a:cubicBezTo>
                    <a:pt x="46936" y="6978"/>
                    <a:pt x="46948" y="6978"/>
                    <a:pt x="46948" y="6978"/>
                  </a:cubicBezTo>
                  <a:cubicBezTo>
                    <a:pt x="57789" y="17686"/>
                    <a:pt x="57856" y="35308"/>
                    <a:pt x="47093" y="46127"/>
                  </a:cubicBezTo>
                  <a:cubicBezTo>
                    <a:pt x="47048" y="46127"/>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7"/>
            <p:cNvSpPr/>
            <p:nvPr/>
          </p:nvSpPr>
          <p:spPr>
            <a:xfrm>
              <a:off x="2900877" y="2592066"/>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4" name="Google Shape;454;p7"/>
            <p:cNvSpPr/>
            <p:nvPr/>
          </p:nvSpPr>
          <p:spPr>
            <a:xfrm>
              <a:off x="2844494" y="2552037"/>
              <a:ext cx="55547" cy="55575"/>
            </a:xfrm>
            <a:custGeom>
              <a:rect b="b" l="l" r="r" t="t"/>
              <a:pathLst>
                <a:path extrusionOk="0" h="55575" w="55547">
                  <a:moveTo>
                    <a:pt x="47003" y="46226"/>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767" y="17895"/>
                    <a:pt x="57767" y="35406"/>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5" name="Google Shape;455;p7"/>
            <p:cNvSpPr/>
            <p:nvPr/>
          </p:nvSpPr>
          <p:spPr>
            <a:xfrm>
              <a:off x="2785824" y="2516010"/>
              <a:ext cx="55639" cy="55575"/>
            </a:xfrm>
            <a:custGeom>
              <a:rect b="b" l="l" r="r" t="t"/>
              <a:pathLst>
                <a:path extrusionOk="0" h="55575" w="55639">
                  <a:moveTo>
                    <a:pt x="47003" y="46225"/>
                  </a:moveTo>
                  <a:cubicBezTo>
                    <a:pt x="36195" y="57157"/>
                    <a:pt x="18605" y="57157"/>
                    <a:pt x="7730" y="46337"/>
                  </a:cubicBezTo>
                  <a:cubicBezTo>
                    <a:pt x="-3156" y="35518"/>
                    <a:pt x="-3212" y="18007"/>
                    <a:pt x="7596" y="7075"/>
                  </a:cubicBezTo>
                  <a:cubicBezTo>
                    <a:pt x="18416" y="-3856"/>
                    <a:pt x="35994" y="-3856"/>
                    <a:pt x="46881" y="6964"/>
                  </a:cubicBezTo>
                  <a:cubicBezTo>
                    <a:pt x="46914" y="6964"/>
                    <a:pt x="46958" y="7075"/>
                    <a:pt x="47003" y="7075"/>
                  </a:cubicBezTo>
                  <a:cubicBezTo>
                    <a:pt x="57811" y="17783"/>
                    <a:pt x="57901" y="35183"/>
                    <a:pt x="47193" y="46003"/>
                  </a:cubicBezTo>
                  <a:cubicBezTo>
                    <a:pt x="47126" y="46113"/>
                    <a:pt x="47070" y="46113"/>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7"/>
            <p:cNvSpPr/>
            <p:nvPr/>
          </p:nvSpPr>
          <p:spPr>
            <a:xfrm>
              <a:off x="2724311" y="2484207"/>
              <a:ext cx="55594" cy="55490"/>
            </a:xfrm>
            <a:custGeom>
              <a:rect b="b" l="l" r="r" t="t"/>
              <a:pathLst>
                <a:path extrusionOk="0" h="55490" w="55594">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7"/>
            <p:cNvSpPr/>
            <p:nvPr/>
          </p:nvSpPr>
          <p:spPr>
            <a:xfrm>
              <a:off x="2661068" y="2456657"/>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7"/>
            <p:cNvSpPr/>
            <p:nvPr/>
          </p:nvSpPr>
          <p:spPr>
            <a:xfrm>
              <a:off x="2596264" y="2433457"/>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89" y="17686"/>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7"/>
            <p:cNvSpPr/>
            <p:nvPr/>
          </p:nvSpPr>
          <p:spPr>
            <a:xfrm>
              <a:off x="2529340" y="2414942"/>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7"/>
            <p:cNvSpPr/>
            <p:nvPr/>
          </p:nvSpPr>
          <p:spPr>
            <a:xfrm>
              <a:off x="2324443" y="2386834"/>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7"/>
            <p:cNvSpPr/>
            <p:nvPr/>
          </p:nvSpPr>
          <p:spPr>
            <a:xfrm>
              <a:off x="2255612" y="2387503"/>
              <a:ext cx="55326" cy="55379"/>
            </a:xfrm>
            <a:custGeom>
              <a:rect b="b" l="l" r="r" t="t"/>
              <a:pathLst>
                <a:path extrusionOk="0" h="55379" w="55326">
                  <a:moveTo>
                    <a:pt x="46735" y="46129"/>
                  </a:moveTo>
                  <a:cubicBezTo>
                    <a:pt x="35927" y="56947"/>
                    <a:pt x="18416" y="56947"/>
                    <a:pt x="7618" y="46129"/>
                  </a:cubicBezTo>
                  <a:cubicBezTo>
                    <a:pt x="-3178" y="35308"/>
                    <a:pt x="-3167" y="17797"/>
                    <a:pt x="7641" y="6978"/>
                  </a:cubicBezTo>
                  <a:cubicBezTo>
                    <a:pt x="18449" y="-3842"/>
                    <a:pt x="35938" y="-3842"/>
                    <a:pt x="46735" y="6978"/>
                  </a:cubicBezTo>
                  <a:cubicBezTo>
                    <a:pt x="57543" y="17797"/>
                    <a:pt x="57566" y="35308"/>
                    <a:pt x="46769" y="46129"/>
                  </a:cubicBezTo>
                  <a:cubicBezTo>
                    <a:pt x="46758" y="46129"/>
                    <a:pt x="46746" y="46129"/>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7"/>
            <p:cNvSpPr/>
            <p:nvPr/>
          </p:nvSpPr>
          <p:spPr>
            <a:xfrm>
              <a:off x="2186581" y="2392411"/>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7"/>
            <p:cNvSpPr/>
            <p:nvPr/>
          </p:nvSpPr>
          <p:spPr>
            <a:xfrm>
              <a:off x="2118207" y="2402226"/>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4" name="Google Shape;464;p7"/>
            <p:cNvSpPr/>
            <p:nvPr/>
          </p:nvSpPr>
          <p:spPr>
            <a:xfrm>
              <a:off x="2050615" y="2416615"/>
              <a:ext cx="55593" cy="55490"/>
            </a:xfrm>
            <a:custGeom>
              <a:rect b="b" l="l" r="r" t="t"/>
              <a:pathLst>
                <a:path extrusionOk="0" h="55490" w="55593">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684"/>
                    <a:pt x="57856" y="35307"/>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7"/>
            <p:cNvSpPr/>
            <p:nvPr/>
          </p:nvSpPr>
          <p:spPr>
            <a:xfrm>
              <a:off x="1984249" y="2435688"/>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7"/>
            <p:cNvSpPr/>
            <p:nvPr/>
          </p:nvSpPr>
          <p:spPr>
            <a:xfrm>
              <a:off x="1919333" y="2459334"/>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7"/>
            <p:cNvSpPr/>
            <p:nvPr/>
          </p:nvSpPr>
          <p:spPr>
            <a:xfrm>
              <a:off x="1680528" y="2596528"/>
              <a:ext cx="55593" cy="55490"/>
            </a:xfrm>
            <a:custGeom>
              <a:rect b="b" l="l" r="r" t="t"/>
              <a:pathLst>
                <a:path extrusionOk="0" h="55490" w="55593">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684"/>
                    <a:pt x="57856" y="35307"/>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7"/>
            <p:cNvSpPr/>
            <p:nvPr/>
          </p:nvSpPr>
          <p:spPr>
            <a:xfrm>
              <a:off x="1627547" y="2640697"/>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7"/>
            <p:cNvSpPr/>
            <p:nvPr/>
          </p:nvSpPr>
          <p:spPr>
            <a:xfrm>
              <a:off x="1577577" y="2687989"/>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7"/>
            <p:cNvSpPr/>
            <p:nvPr/>
          </p:nvSpPr>
          <p:spPr>
            <a:xfrm>
              <a:off x="1531065" y="2739520"/>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7"/>
            <p:cNvSpPr/>
            <p:nvPr/>
          </p:nvSpPr>
          <p:spPr>
            <a:xfrm>
              <a:off x="1488234" y="2793616"/>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7"/>
            <p:cNvSpPr/>
            <p:nvPr/>
          </p:nvSpPr>
          <p:spPr>
            <a:xfrm>
              <a:off x="1449195" y="2850613"/>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7"/>
            <p:cNvSpPr/>
            <p:nvPr/>
          </p:nvSpPr>
          <p:spPr>
            <a:xfrm>
              <a:off x="1413949" y="2910176"/>
              <a:ext cx="55594" cy="55490"/>
            </a:xfrm>
            <a:custGeom>
              <a:rect b="b" l="l" r="r" t="t"/>
              <a:pathLst>
                <a:path extrusionOk="0" h="55490" w="55594">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89" y="17684"/>
                    <a:pt x="57856" y="35307"/>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7"/>
            <p:cNvSpPr/>
            <p:nvPr/>
          </p:nvSpPr>
          <p:spPr>
            <a:xfrm>
              <a:off x="1383387" y="2971967"/>
              <a:ext cx="55550" cy="55491"/>
            </a:xfrm>
            <a:custGeom>
              <a:rect b="b" l="l" r="r" t="t"/>
              <a:pathLst>
                <a:path extrusionOk="0" h="55491" w="55550">
                  <a:moveTo>
                    <a:pt x="46947" y="46239"/>
                  </a:moveTo>
                  <a:cubicBezTo>
                    <a:pt x="36106" y="57059"/>
                    <a:pt x="18516" y="57059"/>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7"/>
            <p:cNvSpPr/>
            <p:nvPr/>
          </p:nvSpPr>
          <p:spPr>
            <a:xfrm>
              <a:off x="1356953" y="3035768"/>
              <a:ext cx="55550" cy="55491"/>
            </a:xfrm>
            <a:custGeom>
              <a:rect b="b" l="l" r="r" t="t"/>
              <a:pathLst>
                <a:path extrusionOk="0" h="55491" w="55550">
                  <a:moveTo>
                    <a:pt x="46947" y="46240"/>
                  </a:moveTo>
                  <a:cubicBezTo>
                    <a:pt x="36106"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7"/>
            <p:cNvSpPr/>
            <p:nvPr/>
          </p:nvSpPr>
          <p:spPr>
            <a:xfrm>
              <a:off x="1334979" y="3101242"/>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7"/>
            <p:cNvSpPr/>
            <p:nvPr/>
          </p:nvSpPr>
          <p:spPr>
            <a:xfrm>
              <a:off x="1317468" y="3167607"/>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7"/>
            <p:cNvSpPr/>
            <p:nvPr/>
          </p:nvSpPr>
          <p:spPr>
            <a:xfrm>
              <a:off x="1304753" y="3235869"/>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7"/>
            <p:cNvSpPr/>
            <p:nvPr/>
          </p:nvSpPr>
          <p:spPr>
            <a:xfrm>
              <a:off x="1296610" y="3304466"/>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7"/>
            <p:cNvSpPr/>
            <p:nvPr/>
          </p:nvSpPr>
          <p:spPr>
            <a:xfrm>
              <a:off x="1293476" y="3373508"/>
              <a:ext cx="55416" cy="55379"/>
            </a:xfrm>
            <a:custGeom>
              <a:rect b="b" l="l" r="r" t="t"/>
              <a:pathLst>
                <a:path extrusionOk="0" h="55379" w="55416">
                  <a:moveTo>
                    <a:pt x="46735" y="46128"/>
                  </a:moveTo>
                  <a:cubicBezTo>
                    <a:pt x="35927" y="56948"/>
                    <a:pt x="18416" y="56948"/>
                    <a:pt x="7618" y="46128"/>
                  </a:cubicBezTo>
                  <a:cubicBezTo>
                    <a:pt x="-3178" y="35309"/>
                    <a:pt x="-3167" y="17798"/>
                    <a:pt x="7641" y="6977"/>
                  </a:cubicBezTo>
                  <a:cubicBezTo>
                    <a:pt x="18449" y="-3842"/>
                    <a:pt x="35938" y="-3842"/>
                    <a:pt x="46735" y="6977"/>
                  </a:cubicBezTo>
                  <a:cubicBezTo>
                    <a:pt x="57543" y="17574"/>
                    <a:pt x="57700" y="34974"/>
                    <a:pt x="47081" y="45794"/>
                  </a:cubicBezTo>
                  <a:cubicBezTo>
                    <a:pt x="46970" y="45906"/>
                    <a:pt x="46847"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7"/>
            <p:cNvSpPr/>
            <p:nvPr/>
          </p:nvSpPr>
          <p:spPr>
            <a:xfrm>
              <a:off x="1294926" y="3442551"/>
              <a:ext cx="55416" cy="55378"/>
            </a:xfrm>
            <a:custGeom>
              <a:rect b="b" l="l" r="r" t="t"/>
              <a:pathLst>
                <a:path extrusionOk="0" h="55378" w="5541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573"/>
                    <a:pt x="57700" y="34974"/>
                    <a:pt x="47081" y="45793"/>
                  </a:cubicBezTo>
                  <a:cubicBezTo>
                    <a:pt x="46970" y="45904"/>
                    <a:pt x="46847"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7"/>
            <p:cNvSpPr/>
            <p:nvPr/>
          </p:nvSpPr>
          <p:spPr>
            <a:xfrm>
              <a:off x="1300960" y="3511259"/>
              <a:ext cx="55542" cy="55491"/>
            </a:xfrm>
            <a:custGeom>
              <a:rect b="b" l="l" r="r" t="t"/>
              <a:pathLst>
                <a:path extrusionOk="0" h="55491" w="55542">
                  <a:moveTo>
                    <a:pt x="46947" y="46240"/>
                  </a:moveTo>
                  <a:cubicBezTo>
                    <a:pt x="36106" y="57059"/>
                    <a:pt x="18516" y="57059"/>
                    <a:pt x="7675" y="46240"/>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7"/>
            <p:cNvSpPr/>
            <p:nvPr/>
          </p:nvSpPr>
          <p:spPr>
            <a:xfrm>
              <a:off x="1311835" y="3579424"/>
              <a:ext cx="55638" cy="55574"/>
            </a:xfrm>
            <a:custGeom>
              <a:rect b="b" l="l" r="r" t="t"/>
              <a:pathLst>
                <a:path extrusionOk="0" h="55574" w="55638">
                  <a:moveTo>
                    <a:pt x="47003" y="46225"/>
                  </a:moveTo>
                  <a:cubicBezTo>
                    <a:pt x="36195" y="57156"/>
                    <a:pt x="18605" y="57156"/>
                    <a:pt x="7730" y="46337"/>
                  </a:cubicBezTo>
                  <a:cubicBezTo>
                    <a:pt x="-3156" y="35517"/>
                    <a:pt x="-3212" y="18006"/>
                    <a:pt x="7596" y="7075"/>
                  </a:cubicBezTo>
                  <a:cubicBezTo>
                    <a:pt x="18405" y="-3856"/>
                    <a:pt x="35994" y="-3856"/>
                    <a:pt x="46880" y="6963"/>
                  </a:cubicBezTo>
                  <a:cubicBezTo>
                    <a:pt x="46914" y="6963"/>
                    <a:pt x="46959"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7"/>
            <p:cNvSpPr/>
            <p:nvPr/>
          </p:nvSpPr>
          <p:spPr>
            <a:xfrm>
              <a:off x="1327506" y="3647225"/>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7"/>
            <p:cNvSpPr/>
            <p:nvPr/>
          </p:nvSpPr>
          <p:spPr>
            <a:xfrm>
              <a:off x="1299510" y="3802377"/>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4"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7"/>
            <p:cNvSpPr/>
            <p:nvPr/>
          </p:nvSpPr>
          <p:spPr>
            <a:xfrm>
              <a:off x="1328175" y="3865173"/>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7"/>
            <p:cNvSpPr/>
            <p:nvPr/>
          </p:nvSpPr>
          <p:spPr>
            <a:xfrm>
              <a:off x="1360745" y="3926073"/>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7"/>
            <p:cNvSpPr/>
            <p:nvPr/>
          </p:nvSpPr>
          <p:spPr>
            <a:xfrm>
              <a:off x="1397218" y="3984743"/>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7"/>
            <p:cNvSpPr/>
            <p:nvPr/>
          </p:nvSpPr>
          <p:spPr>
            <a:xfrm>
              <a:off x="1437372" y="4040959"/>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7"/>
            <p:cNvSpPr/>
            <p:nvPr/>
          </p:nvSpPr>
          <p:spPr>
            <a:xfrm>
              <a:off x="1481085" y="4094497"/>
              <a:ext cx="55416" cy="55379"/>
            </a:xfrm>
            <a:custGeom>
              <a:rect b="b" l="l" r="r" t="t"/>
              <a:pathLst>
                <a:path extrusionOk="0" h="55379" w="55416">
                  <a:moveTo>
                    <a:pt x="46735" y="46128"/>
                  </a:moveTo>
                  <a:cubicBezTo>
                    <a:pt x="35927" y="56948"/>
                    <a:pt x="18416" y="56948"/>
                    <a:pt x="7618" y="46128"/>
                  </a:cubicBezTo>
                  <a:cubicBezTo>
                    <a:pt x="-3178" y="35309"/>
                    <a:pt x="-3167" y="17798"/>
                    <a:pt x="7641" y="6977"/>
                  </a:cubicBezTo>
                  <a:cubicBezTo>
                    <a:pt x="18449" y="-3842"/>
                    <a:pt x="35938" y="-3842"/>
                    <a:pt x="46735" y="6977"/>
                  </a:cubicBezTo>
                  <a:cubicBezTo>
                    <a:pt x="57543" y="17574"/>
                    <a:pt x="57699" y="34974"/>
                    <a:pt x="47081" y="45794"/>
                  </a:cubicBezTo>
                  <a:cubicBezTo>
                    <a:pt x="46970" y="45904"/>
                    <a:pt x="46847"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1" name="Google Shape;491;p7"/>
            <p:cNvSpPr/>
            <p:nvPr/>
          </p:nvSpPr>
          <p:spPr>
            <a:xfrm>
              <a:off x="1527998" y="4145038"/>
              <a:ext cx="55548" cy="55574"/>
            </a:xfrm>
            <a:custGeom>
              <a:rect b="b" l="l" r="r" t="t"/>
              <a:pathLst>
                <a:path extrusionOk="0" h="55574" w="55548">
                  <a:moveTo>
                    <a:pt x="47003" y="46225"/>
                  </a:moveTo>
                  <a:cubicBezTo>
                    <a:pt x="36195" y="57156"/>
                    <a:pt x="18606" y="57156"/>
                    <a:pt x="7730" y="46337"/>
                  </a:cubicBezTo>
                  <a:cubicBezTo>
                    <a:pt x="-3156" y="35518"/>
                    <a:pt x="-3211"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2" name="Google Shape;492;p7"/>
            <p:cNvSpPr/>
            <p:nvPr/>
          </p:nvSpPr>
          <p:spPr>
            <a:xfrm>
              <a:off x="1578135" y="4192540"/>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3" name="Google Shape;493;p7"/>
            <p:cNvSpPr/>
            <p:nvPr/>
          </p:nvSpPr>
          <p:spPr>
            <a:xfrm>
              <a:off x="1631227" y="4236709"/>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4" name="Google Shape;494;p7"/>
            <p:cNvSpPr/>
            <p:nvPr/>
          </p:nvSpPr>
          <p:spPr>
            <a:xfrm>
              <a:off x="1745332" y="4314452"/>
              <a:ext cx="55550" cy="55491"/>
            </a:xfrm>
            <a:custGeom>
              <a:rect b="b" l="l" r="r" t="t"/>
              <a:pathLst>
                <a:path extrusionOk="0" h="55491" w="55550">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7"/>
            <p:cNvSpPr/>
            <p:nvPr/>
          </p:nvSpPr>
          <p:spPr>
            <a:xfrm>
              <a:off x="1805898" y="4347691"/>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7"/>
            <p:cNvSpPr/>
            <p:nvPr/>
          </p:nvSpPr>
          <p:spPr>
            <a:xfrm>
              <a:off x="1868415" y="4376928"/>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7"/>
            <p:cNvSpPr/>
            <p:nvPr/>
          </p:nvSpPr>
          <p:spPr>
            <a:xfrm>
              <a:off x="2740484" y="4367321"/>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4" y="-3842"/>
                    <a:pt x="36084" y="-3842"/>
                    <a:pt x="46937" y="6978"/>
                  </a:cubicBezTo>
                  <a:cubicBezTo>
                    <a:pt x="46937" y="6978"/>
                    <a:pt x="46947" y="6978"/>
                    <a:pt x="46947" y="6978"/>
                  </a:cubicBezTo>
                  <a:cubicBezTo>
                    <a:pt x="57789" y="17797"/>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7"/>
            <p:cNvSpPr/>
            <p:nvPr/>
          </p:nvSpPr>
          <p:spPr>
            <a:xfrm>
              <a:off x="2802600" y="4336760"/>
              <a:ext cx="55326" cy="55379"/>
            </a:xfrm>
            <a:custGeom>
              <a:rect b="b" l="l" r="r" t="t"/>
              <a:pathLst>
                <a:path extrusionOk="0" h="55379" w="55326">
                  <a:moveTo>
                    <a:pt x="46735" y="46129"/>
                  </a:moveTo>
                  <a:cubicBezTo>
                    <a:pt x="35927" y="56947"/>
                    <a:pt x="18405" y="56947"/>
                    <a:pt x="7619" y="46129"/>
                  </a:cubicBezTo>
                  <a:cubicBezTo>
                    <a:pt x="-3178" y="35308"/>
                    <a:pt x="-3167" y="17797"/>
                    <a:pt x="7641" y="6978"/>
                  </a:cubicBezTo>
                  <a:cubicBezTo>
                    <a:pt x="18449" y="-3842"/>
                    <a:pt x="35939" y="-3842"/>
                    <a:pt x="46735" y="6978"/>
                  </a:cubicBezTo>
                  <a:cubicBezTo>
                    <a:pt x="57543" y="17797"/>
                    <a:pt x="57566" y="35308"/>
                    <a:pt x="46769" y="46129"/>
                  </a:cubicBezTo>
                  <a:cubicBezTo>
                    <a:pt x="46758" y="46129"/>
                    <a:pt x="46747" y="46129"/>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7"/>
            <p:cNvSpPr/>
            <p:nvPr/>
          </p:nvSpPr>
          <p:spPr>
            <a:xfrm>
              <a:off x="2862387" y="4302182"/>
              <a:ext cx="55415" cy="55379"/>
            </a:xfrm>
            <a:custGeom>
              <a:rect b="b" l="l" r="r" t="t"/>
              <a:pathLst>
                <a:path extrusionOk="0" h="55379" w="55415">
                  <a:moveTo>
                    <a:pt x="46734" y="46128"/>
                  </a:moveTo>
                  <a:cubicBezTo>
                    <a:pt x="35925" y="56948"/>
                    <a:pt x="18414" y="56948"/>
                    <a:pt x="7617" y="46128"/>
                  </a:cubicBezTo>
                  <a:cubicBezTo>
                    <a:pt x="-3180" y="35309"/>
                    <a:pt x="-3168" y="17798"/>
                    <a:pt x="7651" y="6977"/>
                  </a:cubicBezTo>
                  <a:cubicBezTo>
                    <a:pt x="18448" y="-3842"/>
                    <a:pt x="35937" y="-3842"/>
                    <a:pt x="46734" y="6977"/>
                  </a:cubicBezTo>
                  <a:cubicBezTo>
                    <a:pt x="57542" y="17574"/>
                    <a:pt x="57698" y="34974"/>
                    <a:pt x="47079" y="45794"/>
                  </a:cubicBezTo>
                  <a:cubicBezTo>
                    <a:pt x="46968" y="45904"/>
                    <a:pt x="46857" y="46016"/>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7"/>
            <p:cNvSpPr/>
            <p:nvPr/>
          </p:nvSpPr>
          <p:spPr>
            <a:xfrm>
              <a:off x="2919727" y="4263814"/>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7"/>
            <p:cNvSpPr/>
            <p:nvPr/>
          </p:nvSpPr>
          <p:spPr>
            <a:xfrm>
              <a:off x="2974605" y="4221875"/>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7"/>
            <p:cNvSpPr/>
            <p:nvPr/>
          </p:nvSpPr>
          <p:spPr>
            <a:xfrm>
              <a:off x="3026693" y="4176589"/>
              <a:ext cx="55550" cy="55491"/>
            </a:xfrm>
            <a:custGeom>
              <a:rect b="b" l="l" r="r" t="t"/>
              <a:pathLst>
                <a:path extrusionOk="0" h="55491" w="55550">
                  <a:moveTo>
                    <a:pt x="46948" y="46239"/>
                  </a:moveTo>
                  <a:cubicBezTo>
                    <a:pt x="36106" y="57059"/>
                    <a:pt x="18516" y="57059"/>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7"/>
            <p:cNvSpPr/>
            <p:nvPr/>
          </p:nvSpPr>
          <p:spPr>
            <a:xfrm>
              <a:off x="3075882" y="4127958"/>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7"/>
            <p:cNvSpPr/>
            <p:nvPr/>
          </p:nvSpPr>
          <p:spPr>
            <a:xfrm>
              <a:off x="3121613" y="4076316"/>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7"/>
            <p:cNvSpPr/>
            <p:nvPr/>
          </p:nvSpPr>
          <p:spPr>
            <a:xfrm>
              <a:off x="3163998" y="4021885"/>
              <a:ext cx="55593" cy="55491"/>
            </a:xfrm>
            <a:custGeom>
              <a:rect b="b" l="l" r="r" t="t"/>
              <a:pathLst>
                <a:path extrusionOk="0" h="55491" w="55593">
                  <a:moveTo>
                    <a:pt x="46947" y="46239"/>
                  </a:moveTo>
                  <a:cubicBezTo>
                    <a:pt x="36105" y="57059"/>
                    <a:pt x="18516" y="57059"/>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686"/>
                    <a:pt x="57856" y="35309"/>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7"/>
            <p:cNvSpPr/>
            <p:nvPr/>
          </p:nvSpPr>
          <p:spPr>
            <a:xfrm>
              <a:off x="3202925" y="3964777"/>
              <a:ext cx="55550" cy="55490"/>
            </a:xfrm>
            <a:custGeom>
              <a:rect b="b" l="l" r="r" t="t"/>
              <a:pathLst>
                <a:path extrusionOk="0" h="55490" w="55550">
                  <a:moveTo>
                    <a:pt x="46947" y="46239"/>
                  </a:moveTo>
                  <a:cubicBezTo>
                    <a:pt x="36106"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7"/>
            <p:cNvSpPr/>
            <p:nvPr/>
          </p:nvSpPr>
          <p:spPr>
            <a:xfrm>
              <a:off x="3238060" y="3905327"/>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7"/>
            <p:cNvSpPr/>
            <p:nvPr/>
          </p:nvSpPr>
          <p:spPr>
            <a:xfrm>
              <a:off x="3269403" y="3843757"/>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7"/>
            <p:cNvSpPr/>
            <p:nvPr/>
          </p:nvSpPr>
          <p:spPr>
            <a:xfrm>
              <a:off x="3296618" y="3780291"/>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7"/>
            <p:cNvSpPr/>
            <p:nvPr/>
          </p:nvSpPr>
          <p:spPr>
            <a:xfrm>
              <a:off x="3319707" y="3715264"/>
              <a:ext cx="55593" cy="55490"/>
            </a:xfrm>
            <a:custGeom>
              <a:rect b="b" l="l" r="r" t="t"/>
              <a:pathLst>
                <a:path extrusionOk="0" h="55490" w="55593">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7"/>
            <p:cNvSpPr/>
            <p:nvPr/>
          </p:nvSpPr>
          <p:spPr>
            <a:xfrm>
              <a:off x="3338612" y="3648801"/>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7"/>
            <p:cNvSpPr/>
            <p:nvPr/>
          </p:nvSpPr>
          <p:spPr>
            <a:xfrm>
              <a:off x="3353280" y="3581305"/>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7"/>
            <p:cNvSpPr/>
            <p:nvPr/>
          </p:nvSpPr>
          <p:spPr>
            <a:xfrm>
              <a:off x="3369453" y="3444225"/>
              <a:ext cx="55550" cy="55490"/>
            </a:xfrm>
            <a:custGeom>
              <a:rect b="b" l="l" r="r" t="t"/>
              <a:pathLst>
                <a:path extrusionOk="0" h="55490" w="55550">
                  <a:moveTo>
                    <a:pt x="46947" y="46239"/>
                  </a:moveTo>
                  <a:cubicBezTo>
                    <a:pt x="36106"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7"/>
            <p:cNvSpPr/>
            <p:nvPr/>
          </p:nvSpPr>
          <p:spPr>
            <a:xfrm>
              <a:off x="3370903" y="3375181"/>
              <a:ext cx="55550" cy="55490"/>
            </a:xfrm>
            <a:custGeom>
              <a:rect b="b" l="l" r="r" t="t"/>
              <a:pathLst>
                <a:path extrusionOk="0" h="55490" w="55550">
                  <a:moveTo>
                    <a:pt x="46947" y="46239"/>
                  </a:moveTo>
                  <a:cubicBezTo>
                    <a:pt x="36106"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7"/>
            <p:cNvSpPr/>
            <p:nvPr/>
          </p:nvSpPr>
          <p:spPr>
            <a:xfrm>
              <a:off x="3367836" y="3306153"/>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7"/>
            <p:cNvSpPr/>
            <p:nvPr/>
          </p:nvSpPr>
          <p:spPr>
            <a:xfrm>
              <a:off x="3360530" y="3237543"/>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7"/>
            <p:cNvSpPr/>
            <p:nvPr/>
          </p:nvSpPr>
          <p:spPr>
            <a:xfrm>
              <a:off x="3348707" y="3169504"/>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7"/>
            <p:cNvSpPr/>
            <p:nvPr/>
          </p:nvSpPr>
          <p:spPr>
            <a:xfrm>
              <a:off x="3332422" y="3102357"/>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7"/>
            <p:cNvSpPr/>
            <p:nvPr/>
          </p:nvSpPr>
          <p:spPr>
            <a:xfrm>
              <a:off x="3287751" y="2971758"/>
              <a:ext cx="55548" cy="55574"/>
            </a:xfrm>
            <a:custGeom>
              <a:rect b="b" l="l" r="r" t="t"/>
              <a:pathLst>
                <a:path extrusionOk="0" h="55574" w="55548">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8" y="7076"/>
                    <a:pt x="47003" y="7076"/>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7"/>
            <p:cNvSpPr/>
            <p:nvPr/>
          </p:nvSpPr>
          <p:spPr>
            <a:xfrm>
              <a:off x="3226460" y="2848048"/>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7"/>
            <p:cNvSpPr/>
            <p:nvPr/>
          </p:nvSpPr>
          <p:spPr>
            <a:xfrm>
              <a:off x="3189931" y="2789392"/>
              <a:ext cx="55548" cy="55574"/>
            </a:xfrm>
            <a:custGeom>
              <a:rect b="b" l="l" r="r" t="t"/>
              <a:pathLst>
                <a:path extrusionOk="0" h="55574" w="55548">
                  <a:moveTo>
                    <a:pt x="47003" y="46225"/>
                  </a:moveTo>
                  <a:cubicBezTo>
                    <a:pt x="36195" y="57156"/>
                    <a:pt x="18606" y="57156"/>
                    <a:pt x="7730" y="46337"/>
                  </a:cubicBezTo>
                  <a:cubicBezTo>
                    <a:pt x="-3156" y="35518"/>
                    <a:pt x="-3211" y="18007"/>
                    <a:pt x="7597" y="7075"/>
                  </a:cubicBezTo>
                  <a:cubicBezTo>
                    <a:pt x="18416" y="-3856"/>
                    <a:pt x="35994" y="-3856"/>
                    <a:pt x="46881" y="6963"/>
                  </a:cubicBezTo>
                  <a:cubicBezTo>
                    <a:pt x="46914" y="6963"/>
                    <a:pt x="46959"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7"/>
            <p:cNvSpPr/>
            <p:nvPr/>
          </p:nvSpPr>
          <p:spPr>
            <a:xfrm>
              <a:off x="3106221" y="2679736"/>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7"/>
            <p:cNvSpPr/>
            <p:nvPr/>
          </p:nvSpPr>
          <p:spPr>
            <a:xfrm>
              <a:off x="3008959" y="2581581"/>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7"/>
            <p:cNvSpPr/>
            <p:nvPr/>
          </p:nvSpPr>
          <p:spPr>
            <a:xfrm>
              <a:off x="2900208" y="2496700"/>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7"/>
            <p:cNvSpPr/>
            <p:nvPr/>
          </p:nvSpPr>
          <p:spPr>
            <a:xfrm>
              <a:off x="2654487" y="2372000"/>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7"/>
            <p:cNvSpPr/>
            <p:nvPr/>
          </p:nvSpPr>
          <p:spPr>
            <a:xfrm>
              <a:off x="2588891" y="2351030"/>
              <a:ext cx="55326" cy="55378"/>
            </a:xfrm>
            <a:custGeom>
              <a:rect b="b" l="l" r="r" t="t"/>
              <a:pathLst>
                <a:path extrusionOk="0" h="55378" w="55326">
                  <a:moveTo>
                    <a:pt x="46736" y="46128"/>
                  </a:moveTo>
                  <a:cubicBezTo>
                    <a:pt x="35928" y="56946"/>
                    <a:pt x="18416" y="56946"/>
                    <a:pt x="7619" y="46128"/>
                  </a:cubicBezTo>
                  <a:cubicBezTo>
                    <a:pt x="-3179" y="35309"/>
                    <a:pt x="-3167" y="17796"/>
                    <a:pt x="7641" y="6977"/>
                  </a:cubicBezTo>
                  <a:cubicBezTo>
                    <a:pt x="18449" y="-3842"/>
                    <a:pt x="35938" y="-3842"/>
                    <a:pt x="46736" y="6977"/>
                  </a:cubicBezTo>
                  <a:cubicBezTo>
                    <a:pt x="57544" y="17796"/>
                    <a:pt x="57566" y="35309"/>
                    <a:pt x="46769" y="46128"/>
                  </a:cubicBezTo>
                  <a:cubicBezTo>
                    <a:pt x="46758" y="46128"/>
                    <a:pt x="46746" y="46128"/>
                    <a:pt x="46736"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7" name="Google Shape;527;p7"/>
            <p:cNvSpPr/>
            <p:nvPr/>
          </p:nvSpPr>
          <p:spPr>
            <a:xfrm>
              <a:off x="2453828" y="2321695"/>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8" name="Google Shape;528;p7"/>
            <p:cNvSpPr/>
            <p:nvPr/>
          </p:nvSpPr>
          <p:spPr>
            <a:xfrm>
              <a:off x="2385232" y="2313664"/>
              <a:ext cx="55550" cy="55491"/>
            </a:xfrm>
            <a:custGeom>
              <a:rect b="b" l="l" r="r" t="t"/>
              <a:pathLst>
                <a:path extrusionOk="0" h="55491" w="55550">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9" name="Google Shape;529;p7"/>
            <p:cNvSpPr/>
            <p:nvPr/>
          </p:nvSpPr>
          <p:spPr>
            <a:xfrm>
              <a:off x="2109954" y="2325487"/>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0" name="Google Shape;530;p7"/>
            <p:cNvSpPr/>
            <p:nvPr/>
          </p:nvSpPr>
          <p:spPr>
            <a:xfrm>
              <a:off x="2042462" y="2339541"/>
              <a:ext cx="55325" cy="55378"/>
            </a:xfrm>
            <a:custGeom>
              <a:rect b="b" l="l" r="r" t="t"/>
              <a:pathLst>
                <a:path extrusionOk="0" h="55378" w="55325">
                  <a:moveTo>
                    <a:pt x="46734" y="46128"/>
                  </a:moveTo>
                  <a:cubicBezTo>
                    <a:pt x="35926" y="56946"/>
                    <a:pt x="18414" y="56946"/>
                    <a:pt x="7617" y="46128"/>
                  </a:cubicBezTo>
                  <a:cubicBezTo>
                    <a:pt x="-3180" y="35309"/>
                    <a:pt x="-3168" y="17796"/>
                    <a:pt x="7651" y="6977"/>
                  </a:cubicBezTo>
                  <a:cubicBezTo>
                    <a:pt x="18448" y="-3842"/>
                    <a:pt x="35937" y="-3842"/>
                    <a:pt x="46734" y="6977"/>
                  </a:cubicBezTo>
                  <a:cubicBezTo>
                    <a:pt x="57542" y="17796"/>
                    <a:pt x="57565" y="35309"/>
                    <a:pt x="46768" y="46128"/>
                  </a:cubicBezTo>
                  <a:cubicBezTo>
                    <a:pt x="46756" y="46128"/>
                    <a:pt x="46745" y="46128"/>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1" name="Google Shape;531;p7"/>
            <p:cNvSpPr/>
            <p:nvPr/>
          </p:nvSpPr>
          <p:spPr>
            <a:xfrm>
              <a:off x="1975660" y="2357722"/>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2" name="Google Shape;532;p7"/>
            <p:cNvSpPr/>
            <p:nvPr/>
          </p:nvSpPr>
          <p:spPr>
            <a:xfrm>
              <a:off x="1910354" y="2380156"/>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8"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3" name="Google Shape;533;p7"/>
            <p:cNvSpPr/>
            <p:nvPr/>
          </p:nvSpPr>
          <p:spPr>
            <a:xfrm>
              <a:off x="1846609" y="2406800"/>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4" name="Google Shape;534;p7"/>
            <p:cNvSpPr/>
            <p:nvPr/>
          </p:nvSpPr>
          <p:spPr>
            <a:xfrm>
              <a:off x="1725032" y="2472050"/>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7"/>
            <p:cNvSpPr/>
            <p:nvPr/>
          </p:nvSpPr>
          <p:spPr>
            <a:xfrm>
              <a:off x="1667478" y="2510307"/>
              <a:ext cx="55594" cy="55491"/>
            </a:xfrm>
            <a:custGeom>
              <a:rect b="b" l="l" r="r" t="t"/>
              <a:pathLst>
                <a:path extrusionOk="0" h="55491" w="55594">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89" y="17686"/>
                    <a:pt x="57856" y="35308"/>
                    <a:pt x="47092" y="46129"/>
                  </a:cubicBezTo>
                  <a:cubicBezTo>
                    <a:pt x="47036"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7"/>
            <p:cNvSpPr/>
            <p:nvPr/>
          </p:nvSpPr>
          <p:spPr>
            <a:xfrm>
              <a:off x="1612600" y="2552246"/>
              <a:ext cx="55594" cy="55491"/>
            </a:xfrm>
            <a:custGeom>
              <a:rect b="b" l="l" r="r" t="t"/>
              <a:pathLst>
                <a:path extrusionOk="0" h="55491" w="55594">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89" y="17686"/>
                    <a:pt x="57856" y="35308"/>
                    <a:pt x="47092" y="46127"/>
                  </a:cubicBezTo>
                  <a:cubicBezTo>
                    <a:pt x="47037"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7"/>
            <p:cNvSpPr/>
            <p:nvPr/>
          </p:nvSpPr>
          <p:spPr>
            <a:xfrm>
              <a:off x="1511434" y="2646162"/>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7"/>
            <p:cNvSpPr/>
            <p:nvPr/>
          </p:nvSpPr>
          <p:spPr>
            <a:xfrm>
              <a:off x="1465592" y="2697805"/>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7"/>
            <p:cNvSpPr/>
            <p:nvPr/>
          </p:nvSpPr>
          <p:spPr>
            <a:xfrm>
              <a:off x="1384280" y="2809344"/>
              <a:ext cx="55550" cy="55490"/>
            </a:xfrm>
            <a:custGeom>
              <a:rect b="b" l="l" r="r" t="t"/>
              <a:pathLst>
                <a:path extrusionOk="0" h="55490" w="55550">
                  <a:moveTo>
                    <a:pt x="46948" y="46239"/>
                  </a:moveTo>
                  <a:cubicBezTo>
                    <a:pt x="36106" y="57058"/>
                    <a:pt x="18516" y="57058"/>
                    <a:pt x="7674" y="46239"/>
                  </a:cubicBezTo>
                  <a:cubicBezTo>
                    <a:pt x="-3178" y="35420"/>
                    <a:pt x="-3190" y="17796"/>
                    <a:pt x="7652" y="6977"/>
                  </a:cubicBezTo>
                  <a:cubicBezTo>
                    <a:pt x="18494" y="-3842"/>
                    <a:pt x="36084" y="-3842"/>
                    <a:pt x="46936" y="6977"/>
                  </a:cubicBezTo>
                  <a:cubicBezTo>
                    <a:pt x="46936" y="6977"/>
                    <a:pt x="46948" y="6977"/>
                    <a:pt x="46948" y="6977"/>
                  </a:cubicBezTo>
                  <a:cubicBezTo>
                    <a:pt x="57789" y="17796"/>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7"/>
            <p:cNvSpPr/>
            <p:nvPr/>
          </p:nvSpPr>
          <p:spPr>
            <a:xfrm>
              <a:off x="1317802" y="2930363"/>
              <a:ext cx="55593" cy="55490"/>
            </a:xfrm>
            <a:custGeom>
              <a:rect b="b" l="l" r="r" t="t"/>
              <a:pathLst>
                <a:path extrusionOk="0" h="55490" w="55593">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7"/>
            <p:cNvSpPr/>
            <p:nvPr/>
          </p:nvSpPr>
          <p:spPr>
            <a:xfrm>
              <a:off x="1290587" y="2993830"/>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7"/>
            <p:cNvSpPr/>
            <p:nvPr/>
          </p:nvSpPr>
          <p:spPr>
            <a:xfrm>
              <a:off x="1267442" y="3058871"/>
              <a:ext cx="55548" cy="55574"/>
            </a:xfrm>
            <a:custGeom>
              <a:rect b="b" l="l" r="r" t="t"/>
              <a:pathLst>
                <a:path extrusionOk="0" h="55574" w="55548">
                  <a:moveTo>
                    <a:pt x="47003" y="46225"/>
                  </a:moveTo>
                  <a:cubicBezTo>
                    <a:pt x="36195" y="57156"/>
                    <a:pt x="18605"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7"/>
            <p:cNvSpPr/>
            <p:nvPr/>
          </p:nvSpPr>
          <p:spPr>
            <a:xfrm>
              <a:off x="1248537" y="3125334"/>
              <a:ext cx="55542" cy="55491"/>
            </a:xfrm>
            <a:custGeom>
              <a:rect b="b" l="l" r="r" t="t"/>
              <a:pathLst>
                <a:path extrusionOk="0" h="55491" w="55542">
                  <a:moveTo>
                    <a:pt x="46947" y="46239"/>
                  </a:moveTo>
                  <a:cubicBezTo>
                    <a:pt x="36106" y="57059"/>
                    <a:pt x="18516" y="57059"/>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7"/>
            <p:cNvSpPr/>
            <p:nvPr/>
          </p:nvSpPr>
          <p:spPr>
            <a:xfrm>
              <a:off x="1233925" y="3192815"/>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7"/>
            <p:cNvSpPr/>
            <p:nvPr/>
          </p:nvSpPr>
          <p:spPr>
            <a:xfrm>
              <a:off x="1217964" y="3330008"/>
              <a:ext cx="55322" cy="55379"/>
            </a:xfrm>
            <a:custGeom>
              <a:rect b="b" l="l" r="r" t="t"/>
              <a:pathLst>
                <a:path extrusionOk="0" h="55379" w="55322">
                  <a:moveTo>
                    <a:pt x="46735" y="46129"/>
                  </a:moveTo>
                  <a:cubicBezTo>
                    <a:pt x="35927" y="56947"/>
                    <a:pt x="18404" y="56947"/>
                    <a:pt x="7619" y="46129"/>
                  </a:cubicBezTo>
                  <a:cubicBezTo>
                    <a:pt x="-3178" y="35308"/>
                    <a:pt x="-3167" y="17797"/>
                    <a:pt x="7641" y="6978"/>
                  </a:cubicBezTo>
                  <a:cubicBezTo>
                    <a:pt x="18449" y="-3842"/>
                    <a:pt x="35938" y="-3842"/>
                    <a:pt x="46735" y="6978"/>
                  </a:cubicBezTo>
                  <a:cubicBezTo>
                    <a:pt x="57544" y="17797"/>
                    <a:pt x="57555" y="35308"/>
                    <a:pt x="46769" y="46129"/>
                  </a:cubicBezTo>
                  <a:cubicBezTo>
                    <a:pt x="46758" y="46129"/>
                    <a:pt x="46747" y="46129"/>
                    <a:pt x="46735" y="4612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7"/>
            <p:cNvSpPr/>
            <p:nvPr/>
          </p:nvSpPr>
          <p:spPr>
            <a:xfrm>
              <a:off x="1216514" y="3399051"/>
              <a:ext cx="55322" cy="55378"/>
            </a:xfrm>
            <a:custGeom>
              <a:rect b="b" l="l" r="r" t="t"/>
              <a:pathLst>
                <a:path extrusionOk="0" h="55378" w="55322">
                  <a:moveTo>
                    <a:pt x="46735" y="46128"/>
                  </a:moveTo>
                  <a:cubicBezTo>
                    <a:pt x="35927" y="56946"/>
                    <a:pt x="18404" y="56946"/>
                    <a:pt x="7619" y="46128"/>
                  </a:cubicBezTo>
                  <a:cubicBezTo>
                    <a:pt x="-3178" y="35309"/>
                    <a:pt x="-3167" y="17796"/>
                    <a:pt x="7641" y="6977"/>
                  </a:cubicBezTo>
                  <a:cubicBezTo>
                    <a:pt x="18449" y="-3842"/>
                    <a:pt x="35939" y="-3842"/>
                    <a:pt x="46735" y="6977"/>
                  </a:cubicBezTo>
                  <a:cubicBezTo>
                    <a:pt x="57544" y="17796"/>
                    <a:pt x="57555" y="35309"/>
                    <a:pt x="46769" y="46128"/>
                  </a:cubicBezTo>
                  <a:cubicBezTo>
                    <a:pt x="46758" y="46128"/>
                    <a:pt x="46747"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7"/>
            <p:cNvSpPr/>
            <p:nvPr/>
          </p:nvSpPr>
          <p:spPr>
            <a:xfrm>
              <a:off x="1219313" y="3467982"/>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7"/>
            <p:cNvSpPr/>
            <p:nvPr/>
          </p:nvSpPr>
          <p:spPr>
            <a:xfrm>
              <a:off x="1226619" y="3536592"/>
              <a:ext cx="55639" cy="55575"/>
            </a:xfrm>
            <a:custGeom>
              <a:rect b="b" l="l" r="r" t="t"/>
              <a:pathLst>
                <a:path extrusionOk="0" h="55575" w="55639">
                  <a:moveTo>
                    <a:pt x="47003" y="46225"/>
                  </a:moveTo>
                  <a:cubicBezTo>
                    <a:pt x="36195" y="57157"/>
                    <a:pt x="18605" y="57157"/>
                    <a:pt x="7730" y="46337"/>
                  </a:cubicBezTo>
                  <a:cubicBezTo>
                    <a:pt x="-3156" y="35518"/>
                    <a:pt x="-3212" y="18007"/>
                    <a:pt x="7596" y="7075"/>
                  </a:cubicBezTo>
                  <a:cubicBezTo>
                    <a:pt x="18416" y="-3856"/>
                    <a:pt x="35994" y="-3856"/>
                    <a:pt x="46881" y="6964"/>
                  </a:cubicBezTo>
                  <a:cubicBezTo>
                    <a:pt x="46914" y="6964"/>
                    <a:pt x="46958" y="7075"/>
                    <a:pt x="47003" y="7075"/>
                  </a:cubicBezTo>
                  <a:cubicBezTo>
                    <a:pt x="57812" y="17783"/>
                    <a:pt x="57901" y="35183"/>
                    <a:pt x="47193" y="46003"/>
                  </a:cubicBezTo>
                  <a:cubicBezTo>
                    <a:pt x="47126" y="46113"/>
                    <a:pt x="47070" y="46113"/>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7"/>
            <p:cNvSpPr/>
            <p:nvPr/>
          </p:nvSpPr>
          <p:spPr>
            <a:xfrm>
              <a:off x="1238442" y="3604631"/>
              <a:ext cx="55639" cy="55575"/>
            </a:xfrm>
            <a:custGeom>
              <a:rect b="b" l="l" r="r" t="t"/>
              <a:pathLst>
                <a:path extrusionOk="0" h="55575" w="55639">
                  <a:moveTo>
                    <a:pt x="47003" y="46226"/>
                  </a:moveTo>
                  <a:cubicBezTo>
                    <a:pt x="36195" y="57157"/>
                    <a:pt x="18605" y="57157"/>
                    <a:pt x="7730" y="46337"/>
                  </a:cubicBezTo>
                  <a:cubicBezTo>
                    <a:pt x="-3156" y="35518"/>
                    <a:pt x="-3212" y="18007"/>
                    <a:pt x="7596" y="7076"/>
                  </a:cubicBezTo>
                  <a:cubicBezTo>
                    <a:pt x="18416" y="-3856"/>
                    <a:pt x="35994" y="-3856"/>
                    <a:pt x="46880" y="6964"/>
                  </a:cubicBezTo>
                  <a:cubicBezTo>
                    <a:pt x="46914" y="6964"/>
                    <a:pt x="46958" y="7076"/>
                    <a:pt x="47003" y="7076"/>
                  </a:cubicBezTo>
                  <a:cubicBezTo>
                    <a:pt x="57812" y="17783"/>
                    <a:pt x="57901" y="35183"/>
                    <a:pt x="47193" y="46003"/>
                  </a:cubicBezTo>
                  <a:cubicBezTo>
                    <a:pt x="47126" y="46115"/>
                    <a:pt x="47070" y="46115"/>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7"/>
            <p:cNvSpPr/>
            <p:nvPr/>
          </p:nvSpPr>
          <p:spPr>
            <a:xfrm>
              <a:off x="1254560" y="3671875"/>
              <a:ext cx="55550" cy="55491"/>
            </a:xfrm>
            <a:custGeom>
              <a:rect b="b" l="l" r="r" t="t"/>
              <a:pathLst>
                <a:path extrusionOk="0" h="55491" w="55550">
                  <a:moveTo>
                    <a:pt x="46948" y="46239"/>
                  </a:moveTo>
                  <a:cubicBezTo>
                    <a:pt x="36105" y="57059"/>
                    <a:pt x="18516" y="57059"/>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7"/>
            <p:cNvSpPr/>
            <p:nvPr/>
          </p:nvSpPr>
          <p:spPr>
            <a:xfrm>
              <a:off x="1226675" y="3827473"/>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7"/>
            <p:cNvSpPr/>
            <p:nvPr/>
          </p:nvSpPr>
          <p:spPr>
            <a:xfrm>
              <a:off x="1254894" y="3890492"/>
              <a:ext cx="55542" cy="55491"/>
            </a:xfrm>
            <a:custGeom>
              <a:rect b="b" l="l" r="r" t="t"/>
              <a:pathLst>
                <a:path extrusionOk="0" h="55491" w="55542">
                  <a:moveTo>
                    <a:pt x="46947" y="46240"/>
                  </a:moveTo>
                  <a:cubicBezTo>
                    <a:pt x="36106" y="57059"/>
                    <a:pt x="18516" y="57059"/>
                    <a:pt x="7674" y="46240"/>
                  </a:cubicBezTo>
                  <a:cubicBezTo>
                    <a:pt x="-3178" y="35420"/>
                    <a:pt x="-3190" y="17797"/>
                    <a:pt x="7652" y="6978"/>
                  </a:cubicBezTo>
                  <a:cubicBezTo>
                    <a:pt x="18494" y="-3842"/>
                    <a:pt x="36083" y="-3842"/>
                    <a:pt x="46936" y="6978"/>
                  </a:cubicBezTo>
                  <a:cubicBezTo>
                    <a:pt x="46936" y="6978"/>
                    <a:pt x="46947" y="6978"/>
                    <a:pt x="46947" y="6978"/>
                  </a:cubicBezTo>
                  <a:cubicBezTo>
                    <a:pt x="57778" y="17797"/>
                    <a:pt x="57778"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7"/>
            <p:cNvSpPr/>
            <p:nvPr/>
          </p:nvSpPr>
          <p:spPr>
            <a:xfrm>
              <a:off x="1286795" y="3951728"/>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7"/>
            <p:cNvSpPr/>
            <p:nvPr/>
          </p:nvSpPr>
          <p:spPr>
            <a:xfrm>
              <a:off x="1322376" y="4010954"/>
              <a:ext cx="55594" cy="55490"/>
            </a:xfrm>
            <a:custGeom>
              <a:rect b="b" l="l" r="r" t="t"/>
              <a:pathLst>
                <a:path extrusionOk="0" h="55490" w="55594">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7"/>
            <p:cNvSpPr/>
            <p:nvPr/>
          </p:nvSpPr>
          <p:spPr>
            <a:xfrm>
              <a:off x="1449362" y="4174261"/>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7"/>
            <p:cNvSpPr/>
            <p:nvPr/>
          </p:nvSpPr>
          <p:spPr>
            <a:xfrm>
              <a:off x="1497994" y="4223339"/>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7"/>
            <p:cNvSpPr/>
            <p:nvPr/>
          </p:nvSpPr>
          <p:spPr>
            <a:xfrm>
              <a:off x="1549469" y="4269502"/>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7"/>
            <p:cNvSpPr/>
            <p:nvPr/>
          </p:nvSpPr>
          <p:spPr>
            <a:xfrm>
              <a:off x="1603510" y="4312347"/>
              <a:ext cx="55548" cy="55574"/>
            </a:xfrm>
            <a:custGeom>
              <a:rect b="b" l="l" r="r" t="t"/>
              <a:pathLst>
                <a:path extrusionOk="0" h="55574" w="55548">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7"/>
            <p:cNvSpPr/>
            <p:nvPr/>
          </p:nvSpPr>
          <p:spPr>
            <a:xfrm>
              <a:off x="1660116" y="4352040"/>
              <a:ext cx="55550" cy="55491"/>
            </a:xfrm>
            <a:custGeom>
              <a:rect b="b" l="l" r="r" t="t"/>
              <a:pathLst>
                <a:path extrusionOk="0" h="55491" w="55550">
                  <a:moveTo>
                    <a:pt x="46947" y="46239"/>
                  </a:moveTo>
                  <a:cubicBezTo>
                    <a:pt x="36106"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7"/>
            <p:cNvSpPr/>
            <p:nvPr/>
          </p:nvSpPr>
          <p:spPr>
            <a:xfrm>
              <a:off x="2902829" y="4367447"/>
              <a:ext cx="55639" cy="55574"/>
            </a:xfrm>
            <a:custGeom>
              <a:rect b="b" l="l" r="r" t="t"/>
              <a:pathLst>
                <a:path extrusionOk="0" h="55574" w="55639">
                  <a:moveTo>
                    <a:pt x="47003" y="46225"/>
                  </a:moveTo>
                  <a:cubicBezTo>
                    <a:pt x="36195" y="57157"/>
                    <a:pt x="18605" y="57157"/>
                    <a:pt x="7730" y="46337"/>
                  </a:cubicBezTo>
                  <a:cubicBezTo>
                    <a:pt x="-3156" y="35518"/>
                    <a:pt x="-3212" y="18007"/>
                    <a:pt x="7596" y="7076"/>
                  </a:cubicBezTo>
                  <a:cubicBezTo>
                    <a:pt x="18416" y="-3856"/>
                    <a:pt x="35994" y="-3856"/>
                    <a:pt x="46881" y="6964"/>
                  </a:cubicBezTo>
                  <a:cubicBezTo>
                    <a:pt x="46914" y="6964"/>
                    <a:pt x="46959" y="7076"/>
                    <a:pt x="47003" y="7076"/>
                  </a:cubicBezTo>
                  <a:cubicBezTo>
                    <a:pt x="57811" y="17783"/>
                    <a:pt x="57901" y="35183"/>
                    <a:pt x="47193" y="46003"/>
                  </a:cubicBezTo>
                  <a:cubicBezTo>
                    <a:pt x="47126" y="46115"/>
                    <a:pt x="47070" y="4611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7"/>
            <p:cNvSpPr/>
            <p:nvPr/>
          </p:nvSpPr>
          <p:spPr>
            <a:xfrm>
              <a:off x="3015484" y="4287697"/>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5" y="-3856"/>
                    <a:pt x="35995" y="-3856"/>
                    <a:pt x="46880" y="6963"/>
                  </a:cubicBezTo>
                  <a:cubicBezTo>
                    <a:pt x="46914" y="6963"/>
                    <a:pt x="46959" y="7075"/>
                    <a:pt x="47003" y="7075"/>
                  </a:cubicBezTo>
                  <a:cubicBezTo>
                    <a:pt x="57812"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7"/>
            <p:cNvSpPr/>
            <p:nvPr/>
          </p:nvSpPr>
          <p:spPr>
            <a:xfrm>
              <a:off x="3068075" y="4242956"/>
              <a:ext cx="55593" cy="55490"/>
            </a:xfrm>
            <a:custGeom>
              <a:rect b="b" l="l" r="r" t="t"/>
              <a:pathLst>
                <a:path extrusionOk="0" h="55490" w="55593">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7"/>
            <p:cNvSpPr/>
            <p:nvPr/>
          </p:nvSpPr>
          <p:spPr>
            <a:xfrm>
              <a:off x="3117933" y="4195105"/>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7"/>
            <p:cNvSpPr/>
            <p:nvPr/>
          </p:nvSpPr>
          <p:spPr>
            <a:xfrm>
              <a:off x="3165113" y="4144355"/>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7"/>
            <p:cNvSpPr/>
            <p:nvPr/>
          </p:nvSpPr>
          <p:spPr>
            <a:xfrm>
              <a:off x="3208502" y="4090928"/>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7"/>
            <p:cNvSpPr/>
            <p:nvPr/>
          </p:nvSpPr>
          <p:spPr>
            <a:xfrm>
              <a:off x="3285966" y="3976614"/>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5" y="-3856"/>
                    <a:pt x="46880"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7"/>
            <p:cNvSpPr/>
            <p:nvPr/>
          </p:nvSpPr>
          <p:spPr>
            <a:xfrm>
              <a:off x="3375253" y="3789996"/>
              <a:ext cx="55594" cy="55490"/>
            </a:xfrm>
            <a:custGeom>
              <a:rect b="b" l="l" r="r" t="t"/>
              <a:pathLst>
                <a:path extrusionOk="0" h="55490" w="55594">
                  <a:moveTo>
                    <a:pt x="46948" y="46239"/>
                  </a:moveTo>
                  <a:cubicBezTo>
                    <a:pt x="36106" y="57058"/>
                    <a:pt x="18516" y="57058"/>
                    <a:pt x="7674" y="46239"/>
                  </a:cubicBezTo>
                  <a:cubicBezTo>
                    <a:pt x="-3178" y="35419"/>
                    <a:pt x="-3190" y="17796"/>
                    <a:pt x="7652" y="6977"/>
                  </a:cubicBezTo>
                  <a:cubicBezTo>
                    <a:pt x="18494" y="-3842"/>
                    <a:pt x="36084" y="-3842"/>
                    <a:pt x="46936" y="6977"/>
                  </a:cubicBezTo>
                  <a:cubicBezTo>
                    <a:pt x="46936" y="6977"/>
                    <a:pt x="46948" y="6977"/>
                    <a:pt x="46948" y="6977"/>
                  </a:cubicBezTo>
                  <a:cubicBezTo>
                    <a:pt x="57789" y="17684"/>
                    <a:pt x="57856" y="35307"/>
                    <a:pt x="47093" y="46128"/>
                  </a:cubicBezTo>
                  <a:cubicBezTo>
                    <a:pt x="47048" y="46128"/>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8" name="Google Shape;568;p7"/>
            <p:cNvSpPr/>
            <p:nvPr/>
          </p:nvSpPr>
          <p:spPr>
            <a:xfrm>
              <a:off x="3397394" y="3724535"/>
              <a:ext cx="55547" cy="55575"/>
            </a:xfrm>
            <a:custGeom>
              <a:rect b="b" l="l" r="r" t="t"/>
              <a:pathLst>
                <a:path extrusionOk="0" h="55575" w="55547">
                  <a:moveTo>
                    <a:pt x="47003" y="46226"/>
                  </a:moveTo>
                  <a:cubicBezTo>
                    <a:pt x="36195" y="57157"/>
                    <a:pt x="18605" y="57157"/>
                    <a:pt x="7730" y="46337"/>
                  </a:cubicBezTo>
                  <a:cubicBezTo>
                    <a:pt x="-3156" y="35518"/>
                    <a:pt x="-3212" y="18007"/>
                    <a:pt x="7596" y="7076"/>
                  </a:cubicBezTo>
                  <a:cubicBezTo>
                    <a:pt x="18416" y="-3856"/>
                    <a:pt x="35994" y="-3856"/>
                    <a:pt x="46880" y="6964"/>
                  </a:cubicBezTo>
                  <a:cubicBezTo>
                    <a:pt x="46914" y="6964"/>
                    <a:pt x="46958" y="7076"/>
                    <a:pt x="47003" y="7076"/>
                  </a:cubicBezTo>
                  <a:cubicBezTo>
                    <a:pt x="57767" y="17895"/>
                    <a:pt x="57767" y="35406"/>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9" name="Google Shape;569;p7"/>
            <p:cNvSpPr/>
            <p:nvPr/>
          </p:nvSpPr>
          <p:spPr>
            <a:xfrm>
              <a:off x="3415631" y="3658379"/>
              <a:ext cx="55593" cy="55490"/>
            </a:xfrm>
            <a:custGeom>
              <a:rect b="b" l="l" r="r" t="t"/>
              <a:pathLst>
                <a:path extrusionOk="0" h="55490" w="55593">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684"/>
                    <a:pt x="57856" y="35309"/>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0" name="Google Shape;570;p7"/>
            <p:cNvSpPr/>
            <p:nvPr/>
          </p:nvSpPr>
          <p:spPr>
            <a:xfrm>
              <a:off x="3429796" y="3590341"/>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1" name="Google Shape;571;p7"/>
            <p:cNvSpPr/>
            <p:nvPr/>
          </p:nvSpPr>
          <p:spPr>
            <a:xfrm>
              <a:off x="3447865" y="3384217"/>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7"/>
            <p:cNvSpPr/>
            <p:nvPr/>
          </p:nvSpPr>
          <p:spPr>
            <a:xfrm>
              <a:off x="3445635" y="3315173"/>
              <a:ext cx="55550" cy="55490"/>
            </a:xfrm>
            <a:custGeom>
              <a:rect b="b" l="l" r="r" t="t"/>
              <a:pathLst>
                <a:path extrusionOk="0" h="55490" w="55550">
                  <a:moveTo>
                    <a:pt x="46947" y="46239"/>
                  </a:moveTo>
                  <a:cubicBezTo>
                    <a:pt x="36105"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7"/>
            <p:cNvSpPr/>
            <p:nvPr/>
          </p:nvSpPr>
          <p:spPr>
            <a:xfrm>
              <a:off x="3346922" y="2914971"/>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7"/>
            <p:cNvSpPr/>
            <p:nvPr/>
          </p:nvSpPr>
          <p:spPr>
            <a:xfrm>
              <a:off x="3316807" y="2852844"/>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7"/>
            <p:cNvSpPr/>
            <p:nvPr/>
          </p:nvSpPr>
          <p:spPr>
            <a:xfrm>
              <a:off x="3283010" y="2792613"/>
              <a:ext cx="55550" cy="55490"/>
            </a:xfrm>
            <a:custGeom>
              <a:rect b="b" l="l" r="r" t="t"/>
              <a:pathLst>
                <a:path extrusionOk="0" h="55490" w="55550">
                  <a:moveTo>
                    <a:pt x="46947" y="46239"/>
                  </a:moveTo>
                  <a:cubicBezTo>
                    <a:pt x="36106"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7"/>
            <p:cNvSpPr/>
            <p:nvPr/>
          </p:nvSpPr>
          <p:spPr>
            <a:xfrm>
              <a:off x="3245645" y="2734502"/>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7"/>
            <p:cNvSpPr/>
            <p:nvPr/>
          </p:nvSpPr>
          <p:spPr>
            <a:xfrm>
              <a:off x="3160931" y="2625430"/>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7"/>
            <p:cNvSpPr/>
            <p:nvPr/>
          </p:nvSpPr>
          <p:spPr>
            <a:xfrm>
              <a:off x="2897977" y="2403676"/>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7"/>
            <p:cNvSpPr/>
            <p:nvPr/>
          </p:nvSpPr>
          <p:spPr>
            <a:xfrm>
              <a:off x="2838025" y="2369225"/>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7"/>
            <p:cNvSpPr/>
            <p:nvPr/>
          </p:nvSpPr>
          <p:spPr>
            <a:xfrm>
              <a:off x="2445686" y="2242837"/>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7"/>
            <p:cNvSpPr/>
            <p:nvPr/>
          </p:nvSpPr>
          <p:spPr>
            <a:xfrm>
              <a:off x="2307936" y="2232910"/>
              <a:ext cx="55593" cy="55491"/>
            </a:xfrm>
            <a:custGeom>
              <a:rect b="b" l="l" r="r" t="t"/>
              <a:pathLst>
                <a:path extrusionOk="0" h="55491" w="55593">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686"/>
                    <a:pt x="57856" y="35308"/>
                    <a:pt x="47092" y="46127"/>
                  </a:cubicBezTo>
                  <a:cubicBezTo>
                    <a:pt x="47047" y="46127"/>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7"/>
            <p:cNvSpPr/>
            <p:nvPr/>
          </p:nvSpPr>
          <p:spPr>
            <a:xfrm>
              <a:off x="2170017" y="2239393"/>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7"/>
            <p:cNvSpPr/>
            <p:nvPr/>
          </p:nvSpPr>
          <p:spPr>
            <a:xfrm>
              <a:off x="2101699" y="2248860"/>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7"/>
            <p:cNvSpPr/>
            <p:nvPr/>
          </p:nvSpPr>
          <p:spPr>
            <a:xfrm>
              <a:off x="2033995" y="2262356"/>
              <a:ext cx="55550" cy="55491"/>
            </a:xfrm>
            <a:custGeom>
              <a:rect b="b" l="l" r="r" t="t"/>
              <a:pathLst>
                <a:path extrusionOk="0" h="55491" w="55550">
                  <a:moveTo>
                    <a:pt x="46948" y="46239"/>
                  </a:moveTo>
                  <a:cubicBezTo>
                    <a:pt x="36106" y="57059"/>
                    <a:pt x="18516" y="57059"/>
                    <a:pt x="7674" y="46239"/>
                  </a:cubicBezTo>
                  <a:cubicBezTo>
                    <a:pt x="-3178" y="35420"/>
                    <a:pt x="-3190" y="17798"/>
                    <a:pt x="7652" y="6977"/>
                  </a:cubicBezTo>
                  <a:cubicBezTo>
                    <a:pt x="18494" y="-3842"/>
                    <a:pt x="36084" y="-3842"/>
                    <a:pt x="46936" y="6977"/>
                  </a:cubicBezTo>
                  <a:cubicBezTo>
                    <a:pt x="46936" y="6977"/>
                    <a:pt x="46948" y="6977"/>
                    <a:pt x="46948" y="6977"/>
                  </a:cubicBezTo>
                  <a:cubicBezTo>
                    <a:pt x="57789" y="17798"/>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7"/>
            <p:cNvSpPr/>
            <p:nvPr/>
          </p:nvSpPr>
          <p:spPr>
            <a:xfrm>
              <a:off x="1967128" y="2279882"/>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05" y="-3856"/>
                    <a:pt x="35994" y="-3856"/>
                    <a:pt x="46880"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7"/>
            <p:cNvSpPr/>
            <p:nvPr/>
          </p:nvSpPr>
          <p:spPr>
            <a:xfrm>
              <a:off x="1774880" y="2356049"/>
              <a:ext cx="55415" cy="55378"/>
            </a:xfrm>
            <a:custGeom>
              <a:rect b="b" l="l" r="r" t="t"/>
              <a:pathLst>
                <a:path extrusionOk="0" h="55378" w="55415">
                  <a:moveTo>
                    <a:pt x="46734" y="46128"/>
                  </a:moveTo>
                  <a:cubicBezTo>
                    <a:pt x="35925" y="56946"/>
                    <a:pt x="18414" y="56946"/>
                    <a:pt x="7617" y="46128"/>
                  </a:cubicBezTo>
                  <a:cubicBezTo>
                    <a:pt x="-3180" y="35309"/>
                    <a:pt x="-3168" y="17796"/>
                    <a:pt x="7651" y="6977"/>
                  </a:cubicBezTo>
                  <a:cubicBezTo>
                    <a:pt x="18448" y="-3842"/>
                    <a:pt x="35937" y="-3842"/>
                    <a:pt x="46734" y="6977"/>
                  </a:cubicBezTo>
                  <a:cubicBezTo>
                    <a:pt x="57542" y="17574"/>
                    <a:pt x="57698" y="34974"/>
                    <a:pt x="47079" y="45793"/>
                  </a:cubicBezTo>
                  <a:cubicBezTo>
                    <a:pt x="46968" y="45904"/>
                    <a:pt x="46857" y="46016"/>
                    <a:pt x="46734"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7"/>
            <p:cNvSpPr/>
            <p:nvPr/>
          </p:nvSpPr>
          <p:spPr>
            <a:xfrm>
              <a:off x="1598881" y="2464911"/>
              <a:ext cx="55593" cy="55490"/>
            </a:xfrm>
            <a:custGeom>
              <a:rect b="b" l="l" r="r" t="t"/>
              <a:pathLst>
                <a:path extrusionOk="0" h="55490" w="55593">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684"/>
                    <a:pt x="57856" y="35309"/>
                    <a:pt x="47092" y="46128"/>
                  </a:cubicBezTo>
                  <a:cubicBezTo>
                    <a:pt x="4704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7"/>
            <p:cNvSpPr/>
            <p:nvPr/>
          </p:nvSpPr>
          <p:spPr>
            <a:xfrm>
              <a:off x="1445515" y="2604112"/>
              <a:ext cx="55550" cy="55490"/>
            </a:xfrm>
            <a:custGeom>
              <a:rect b="b" l="l" r="r" t="t"/>
              <a:pathLst>
                <a:path extrusionOk="0" h="55490" w="55550">
                  <a:moveTo>
                    <a:pt x="46947" y="46239"/>
                  </a:moveTo>
                  <a:cubicBezTo>
                    <a:pt x="36105" y="57058"/>
                    <a:pt x="18516" y="57058"/>
                    <a:pt x="7675" y="46239"/>
                  </a:cubicBezTo>
                  <a:cubicBezTo>
                    <a:pt x="-3178" y="35420"/>
                    <a:pt x="-3189" y="17798"/>
                    <a:pt x="7652" y="6977"/>
                  </a:cubicBezTo>
                  <a:cubicBezTo>
                    <a:pt x="18493" y="-3842"/>
                    <a:pt x="36084" y="-3842"/>
                    <a:pt x="46936" y="6977"/>
                  </a:cubicBezTo>
                  <a:cubicBezTo>
                    <a:pt x="46936" y="6977"/>
                    <a:pt x="46947" y="6977"/>
                    <a:pt x="46947" y="6977"/>
                  </a:cubicBezTo>
                  <a:cubicBezTo>
                    <a:pt x="57789" y="17798"/>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7"/>
            <p:cNvSpPr/>
            <p:nvPr/>
          </p:nvSpPr>
          <p:spPr>
            <a:xfrm>
              <a:off x="1319364" y="2768074"/>
              <a:ext cx="55550" cy="55491"/>
            </a:xfrm>
            <a:custGeom>
              <a:rect b="b" l="l" r="r" t="t"/>
              <a:pathLst>
                <a:path extrusionOk="0" h="55491" w="55550">
                  <a:moveTo>
                    <a:pt x="46947" y="46240"/>
                  </a:moveTo>
                  <a:cubicBezTo>
                    <a:pt x="36105"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7"/>
            <p:cNvSpPr/>
            <p:nvPr/>
          </p:nvSpPr>
          <p:spPr>
            <a:xfrm>
              <a:off x="1284218" y="2827525"/>
              <a:ext cx="55416" cy="55378"/>
            </a:xfrm>
            <a:custGeom>
              <a:rect b="b" l="l" r="r" t="t"/>
              <a:pathLst>
                <a:path extrusionOk="0" h="55378" w="55416">
                  <a:moveTo>
                    <a:pt x="46735" y="46128"/>
                  </a:moveTo>
                  <a:cubicBezTo>
                    <a:pt x="35927" y="56946"/>
                    <a:pt x="18404" y="56946"/>
                    <a:pt x="7619" y="46128"/>
                  </a:cubicBezTo>
                  <a:cubicBezTo>
                    <a:pt x="-3178" y="35309"/>
                    <a:pt x="-3167" y="17796"/>
                    <a:pt x="7641" y="6977"/>
                  </a:cubicBezTo>
                  <a:cubicBezTo>
                    <a:pt x="18449" y="-3842"/>
                    <a:pt x="35939" y="-3842"/>
                    <a:pt x="46735" y="6977"/>
                  </a:cubicBezTo>
                  <a:cubicBezTo>
                    <a:pt x="57543" y="17573"/>
                    <a:pt x="57700" y="34974"/>
                    <a:pt x="47081" y="45793"/>
                  </a:cubicBezTo>
                  <a:cubicBezTo>
                    <a:pt x="46969" y="45904"/>
                    <a:pt x="46847"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7"/>
            <p:cNvSpPr/>
            <p:nvPr/>
          </p:nvSpPr>
          <p:spPr>
            <a:xfrm>
              <a:off x="1224333" y="2952003"/>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7"/>
            <p:cNvSpPr/>
            <p:nvPr/>
          </p:nvSpPr>
          <p:spPr>
            <a:xfrm>
              <a:off x="1200352" y="3016695"/>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4" y="-3842"/>
                    <a:pt x="36084" y="-3842"/>
                    <a:pt x="46936" y="6977"/>
                  </a:cubicBezTo>
                  <a:cubicBezTo>
                    <a:pt x="46936"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7"/>
            <p:cNvSpPr/>
            <p:nvPr/>
          </p:nvSpPr>
          <p:spPr>
            <a:xfrm>
              <a:off x="1179661" y="3082740"/>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7"/>
            <p:cNvSpPr/>
            <p:nvPr/>
          </p:nvSpPr>
          <p:spPr>
            <a:xfrm>
              <a:off x="1139786" y="3355439"/>
              <a:ext cx="55542" cy="55491"/>
            </a:xfrm>
            <a:custGeom>
              <a:rect b="b" l="l" r="r" t="t"/>
              <a:pathLst>
                <a:path extrusionOk="0" h="55491" w="55542">
                  <a:moveTo>
                    <a:pt x="46948" y="46239"/>
                  </a:moveTo>
                  <a:cubicBezTo>
                    <a:pt x="36106" y="57059"/>
                    <a:pt x="18516" y="57059"/>
                    <a:pt x="7674" y="46239"/>
                  </a:cubicBezTo>
                  <a:cubicBezTo>
                    <a:pt x="-3178" y="35420"/>
                    <a:pt x="-3190" y="17798"/>
                    <a:pt x="7652" y="6977"/>
                  </a:cubicBezTo>
                  <a:cubicBezTo>
                    <a:pt x="18494" y="-3842"/>
                    <a:pt x="36084" y="-3842"/>
                    <a:pt x="46936" y="6977"/>
                  </a:cubicBezTo>
                  <a:cubicBezTo>
                    <a:pt x="46936" y="6977"/>
                    <a:pt x="46948" y="6977"/>
                    <a:pt x="46948" y="6977"/>
                  </a:cubicBezTo>
                  <a:cubicBezTo>
                    <a:pt x="57778" y="17798"/>
                    <a:pt x="57778"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7"/>
            <p:cNvSpPr/>
            <p:nvPr/>
          </p:nvSpPr>
          <p:spPr>
            <a:xfrm>
              <a:off x="1152557" y="3561912"/>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811" y="17784"/>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7"/>
            <p:cNvSpPr/>
            <p:nvPr/>
          </p:nvSpPr>
          <p:spPr>
            <a:xfrm>
              <a:off x="1181725" y="3696971"/>
              <a:ext cx="55542" cy="55491"/>
            </a:xfrm>
            <a:custGeom>
              <a:rect b="b" l="l" r="r" t="t"/>
              <a:pathLst>
                <a:path extrusionOk="0" h="55491" w="55542">
                  <a:moveTo>
                    <a:pt x="46947" y="46239"/>
                  </a:moveTo>
                  <a:cubicBezTo>
                    <a:pt x="36106" y="57059"/>
                    <a:pt x="18516" y="57059"/>
                    <a:pt x="7674" y="46239"/>
                  </a:cubicBezTo>
                  <a:cubicBezTo>
                    <a:pt x="-3178" y="35420"/>
                    <a:pt x="-3190" y="17798"/>
                    <a:pt x="7652" y="6977"/>
                  </a:cubicBezTo>
                  <a:cubicBezTo>
                    <a:pt x="18494" y="-3842"/>
                    <a:pt x="36083" y="-3842"/>
                    <a:pt x="46936" y="6977"/>
                  </a:cubicBezTo>
                  <a:cubicBezTo>
                    <a:pt x="46936"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7"/>
            <p:cNvSpPr/>
            <p:nvPr/>
          </p:nvSpPr>
          <p:spPr>
            <a:xfrm>
              <a:off x="1129625" y="3787988"/>
              <a:ext cx="55322" cy="55378"/>
            </a:xfrm>
            <a:custGeom>
              <a:rect b="b" l="l" r="r" t="t"/>
              <a:pathLst>
                <a:path extrusionOk="0" h="55378" w="55322">
                  <a:moveTo>
                    <a:pt x="46735" y="46128"/>
                  </a:moveTo>
                  <a:cubicBezTo>
                    <a:pt x="35927" y="56946"/>
                    <a:pt x="18405" y="56946"/>
                    <a:pt x="7619" y="46128"/>
                  </a:cubicBezTo>
                  <a:cubicBezTo>
                    <a:pt x="-3178" y="35309"/>
                    <a:pt x="-3167" y="17796"/>
                    <a:pt x="7641" y="6977"/>
                  </a:cubicBezTo>
                  <a:cubicBezTo>
                    <a:pt x="18449" y="-3842"/>
                    <a:pt x="35938" y="-3842"/>
                    <a:pt x="46735" y="6977"/>
                  </a:cubicBezTo>
                  <a:cubicBezTo>
                    <a:pt x="57544" y="17796"/>
                    <a:pt x="57555" y="35309"/>
                    <a:pt x="46769" y="46128"/>
                  </a:cubicBezTo>
                  <a:cubicBezTo>
                    <a:pt x="46758" y="46128"/>
                    <a:pt x="46747"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8" name="Google Shape;598;p7"/>
            <p:cNvSpPr/>
            <p:nvPr/>
          </p:nvSpPr>
          <p:spPr>
            <a:xfrm>
              <a:off x="1153728" y="3852569"/>
              <a:ext cx="55542" cy="55490"/>
            </a:xfrm>
            <a:custGeom>
              <a:rect b="b" l="l" r="r" t="t"/>
              <a:pathLst>
                <a:path extrusionOk="0" h="55490" w="55542">
                  <a:moveTo>
                    <a:pt x="46948" y="46239"/>
                  </a:moveTo>
                  <a:cubicBezTo>
                    <a:pt x="36106" y="57058"/>
                    <a:pt x="18516" y="57058"/>
                    <a:pt x="7674" y="46239"/>
                  </a:cubicBezTo>
                  <a:cubicBezTo>
                    <a:pt x="-3178" y="35419"/>
                    <a:pt x="-3190" y="17796"/>
                    <a:pt x="7652" y="6977"/>
                  </a:cubicBezTo>
                  <a:cubicBezTo>
                    <a:pt x="18494" y="-3842"/>
                    <a:pt x="36084" y="-3842"/>
                    <a:pt x="46936" y="6977"/>
                  </a:cubicBezTo>
                  <a:cubicBezTo>
                    <a:pt x="46936" y="6977"/>
                    <a:pt x="46948" y="6977"/>
                    <a:pt x="46948" y="6977"/>
                  </a:cubicBezTo>
                  <a:cubicBezTo>
                    <a:pt x="57778" y="17796"/>
                    <a:pt x="57778" y="3541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9" name="Google Shape;599;p7"/>
            <p:cNvSpPr/>
            <p:nvPr/>
          </p:nvSpPr>
          <p:spPr>
            <a:xfrm>
              <a:off x="1181825" y="3915811"/>
              <a:ext cx="55322" cy="55379"/>
            </a:xfrm>
            <a:custGeom>
              <a:rect b="b" l="l" r="r" t="t"/>
              <a:pathLst>
                <a:path extrusionOk="0" h="55379" w="55322">
                  <a:moveTo>
                    <a:pt x="46735" y="46127"/>
                  </a:moveTo>
                  <a:cubicBezTo>
                    <a:pt x="35927" y="56947"/>
                    <a:pt x="18404" y="56947"/>
                    <a:pt x="7618" y="46127"/>
                  </a:cubicBezTo>
                  <a:cubicBezTo>
                    <a:pt x="-3178" y="35308"/>
                    <a:pt x="-3167" y="17797"/>
                    <a:pt x="7641" y="6978"/>
                  </a:cubicBezTo>
                  <a:cubicBezTo>
                    <a:pt x="18449" y="-3842"/>
                    <a:pt x="35938" y="-3842"/>
                    <a:pt x="46735" y="6978"/>
                  </a:cubicBezTo>
                  <a:cubicBezTo>
                    <a:pt x="57544" y="17797"/>
                    <a:pt x="57555" y="35308"/>
                    <a:pt x="46769" y="46127"/>
                  </a:cubicBezTo>
                  <a:cubicBezTo>
                    <a:pt x="46758" y="46127"/>
                    <a:pt x="46746" y="46127"/>
                    <a:pt x="46735" y="46127"/>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0" name="Google Shape;600;p7"/>
            <p:cNvSpPr/>
            <p:nvPr/>
          </p:nvSpPr>
          <p:spPr>
            <a:xfrm>
              <a:off x="1247867" y="4036942"/>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7"/>
            <p:cNvSpPr/>
            <p:nvPr/>
          </p:nvSpPr>
          <p:spPr>
            <a:xfrm>
              <a:off x="1327172" y="4149932"/>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7"/>
            <p:cNvSpPr/>
            <p:nvPr/>
          </p:nvSpPr>
          <p:spPr>
            <a:xfrm>
              <a:off x="1418634" y="4253328"/>
              <a:ext cx="55542" cy="55491"/>
            </a:xfrm>
            <a:custGeom>
              <a:rect b="b" l="l" r="r" t="t"/>
              <a:pathLst>
                <a:path extrusionOk="0" h="55491" w="55542">
                  <a:moveTo>
                    <a:pt x="46947" y="46239"/>
                  </a:moveTo>
                  <a:cubicBezTo>
                    <a:pt x="36106" y="57059"/>
                    <a:pt x="18516" y="57059"/>
                    <a:pt x="7674" y="46239"/>
                  </a:cubicBezTo>
                  <a:cubicBezTo>
                    <a:pt x="-3178" y="35420"/>
                    <a:pt x="-3190" y="17798"/>
                    <a:pt x="7652" y="6977"/>
                  </a:cubicBezTo>
                  <a:cubicBezTo>
                    <a:pt x="18494" y="-3842"/>
                    <a:pt x="36083" y="-3842"/>
                    <a:pt x="46936" y="6977"/>
                  </a:cubicBezTo>
                  <a:cubicBezTo>
                    <a:pt x="46936" y="6977"/>
                    <a:pt x="46936"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7"/>
            <p:cNvSpPr/>
            <p:nvPr/>
          </p:nvSpPr>
          <p:spPr>
            <a:xfrm>
              <a:off x="3252337" y="4159524"/>
              <a:ext cx="55593" cy="55491"/>
            </a:xfrm>
            <a:custGeom>
              <a:rect b="b" l="l" r="r" t="t"/>
              <a:pathLst>
                <a:path extrusionOk="0" h="55491" w="55593">
                  <a:moveTo>
                    <a:pt x="46947" y="46240"/>
                  </a:moveTo>
                  <a:cubicBezTo>
                    <a:pt x="36106" y="57059"/>
                    <a:pt x="18516" y="57059"/>
                    <a:pt x="7675" y="46240"/>
                  </a:cubicBezTo>
                  <a:cubicBezTo>
                    <a:pt x="-3178" y="35420"/>
                    <a:pt x="-3189" y="17797"/>
                    <a:pt x="7652" y="6978"/>
                  </a:cubicBezTo>
                  <a:cubicBezTo>
                    <a:pt x="18493" y="-3842"/>
                    <a:pt x="36084" y="-3842"/>
                    <a:pt x="46936" y="6978"/>
                  </a:cubicBezTo>
                  <a:cubicBezTo>
                    <a:pt x="46936" y="6978"/>
                    <a:pt x="46947" y="6978"/>
                    <a:pt x="46947" y="6978"/>
                  </a:cubicBezTo>
                  <a:cubicBezTo>
                    <a:pt x="57789" y="17797"/>
                    <a:pt x="57856" y="35308"/>
                    <a:pt x="47092" y="46129"/>
                  </a:cubicBezTo>
                  <a:cubicBezTo>
                    <a:pt x="47037"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7"/>
            <p:cNvSpPr/>
            <p:nvPr/>
          </p:nvSpPr>
          <p:spPr>
            <a:xfrm>
              <a:off x="3368170" y="3987992"/>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8"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7"/>
            <p:cNvSpPr/>
            <p:nvPr/>
          </p:nvSpPr>
          <p:spPr>
            <a:xfrm>
              <a:off x="3400238" y="3926853"/>
              <a:ext cx="55550" cy="55491"/>
            </a:xfrm>
            <a:custGeom>
              <a:rect b="b" l="l" r="r" t="t"/>
              <a:pathLst>
                <a:path extrusionOk="0" h="55491" w="55550">
                  <a:moveTo>
                    <a:pt x="46947" y="46239"/>
                  </a:moveTo>
                  <a:cubicBezTo>
                    <a:pt x="36105" y="57059"/>
                    <a:pt x="18516" y="57059"/>
                    <a:pt x="7675" y="46239"/>
                  </a:cubicBezTo>
                  <a:cubicBezTo>
                    <a:pt x="-3178" y="35420"/>
                    <a:pt x="-3189" y="17797"/>
                    <a:pt x="7652" y="6978"/>
                  </a:cubicBezTo>
                  <a:cubicBezTo>
                    <a:pt x="18493" y="-3842"/>
                    <a:pt x="36084" y="-3842"/>
                    <a:pt x="46936" y="6978"/>
                  </a:cubicBezTo>
                  <a:cubicBezTo>
                    <a:pt x="46936" y="6978"/>
                    <a:pt x="46947" y="6978"/>
                    <a:pt x="46947" y="6978"/>
                  </a:cubicBezTo>
                  <a:cubicBezTo>
                    <a:pt x="57789" y="17797"/>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7"/>
            <p:cNvSpPr/>
            <p:nvPr/>
          </p:nvSpPr>
          <p:spPr>
            <a:xfrm>
              <a:off x="3453877" y="3799588"/>
              <a:ext cx="55326" cy="55378"/>
            </a:xfrm>
            <a:custGeom>
              <a:rect b="b" l="l" r="r" t="t"/>
              <a:pathLst>
                <a:path extrusionOk="0" h="55378" w="5532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796"/>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7"/>
            <p:cNvSpPr/>
            <p:nvPr/>
          </p:nvSpPr>
          <p:spPr>
            <a:xfrm>
              <a:off x="3478427" y="3052165"/>
              <a:ext cx="55550" cy="55490"/>
            </a:xfrm>
            <a:custGeom>
              <a:rect b="b" l="l" r="r" t="t"/>
              <a:pathLst>
                <a:path extrusionOk="0" h="55490" w="55550">
                  <a:moveTo>
                    <a:pt x="46948" y="46239"/>
                  </a:moveTo>
                  <a:cubicBezTo>
                    <a:pt x="36106" y="57058"/>
                    <a:pt x="18516" y="57058"/>
                    <a:pt x="7674" y="46239"/>
                  </a:cubicBezTo>
                  <a:cubicBezTo>
                    <a:pt x="-3178" y="35420"/>
                    <a:pt x="-3190" y="17796"/>
                    <a:pt x="7652" y="6977"/>
                  </a:cubicBezTo>
                  <a:cubicBezTo>
                    <a:pt x="18494" y="-3842"/>
                    <a:pt x="36084" y="-3842"/>
                    <a:pt x="46936" y="6977"/>
                  </a:cubicBezTo>
                  <a:cubicBezTo>
                    <a:pt x="46936" y="6977"/>
                    <a:pt x="46948" y="6977"/>
                    <a:pt x="46948" y="6977"/>
                  </a:cubicBezTo>
                  <a:cubicBezTo>
                    <a:pt x="57789" y="17796"/>
                    <a:pt x="57789" y="35420"/>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7"/>
            <p:cNvSpPr/>
            <p:nvPr/>
          </p:nvSpPr>
          <p:spPr>
            <a:xfrm>
              <a:off x="3457792" y="2986245"/>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7"/>
            <p:cNvSpPr/>
            <p:nvPr/>
          </p:nvSpPr>
          <p:spPr>
            <a:xfrm>
              <a:off x="3433477" y="2921552"/>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3"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7"/>
            <p:cNvSpPr/>
            <p:nvPr/>
          </p:nvSpPr>
          <p:spPr>
            <a:xfrm>
              <a:off x="3405592" y="2858421"/>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7"/>
            <p:cNvSpPr/>
            <p:nvPr/>
          </p:nvSpPr>
          <p:spPr>
            <a:xfrm>
              <a:off x="3118546" y="2473067"/>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0" y="6963"/>
                  </a:cubicBezTo>
                  <a:cubicBezTo>
                    <a:pt x="46914" y="6963"/>
                    <a:pt x="46958" y="7075"/>
                    <a:pt x="47003" y="7075"/>
                  </a:cubicBezTo>
                  <a:cubicBezTo>
                    <a:pt x="57811" y="17784"/>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7"/>
            <p:cNvSpPr/>
            <p:nvPr/>
          </p:nvSpPr>
          <p:spPr>
            <a:xfrm>
              <a:off x="3011078" y="2386834"/>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7"/>
            <p:cNvSpPr/>
            <p:nvPr/>
          </p:nvSpPr>
          <p:spPr>
            <a:xfrm>
              <a:off x="2894519" y="2312437"/>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4" y="-3842"/>
                    <a:pt x="36084" y="-3842"/>
                    <a:pt x="46937" y="6978"/>
                  </a:cubicBezTo>
                  <a:cubicBezTo>
                    <a:pt x="46937"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4" name="Google Shape;614;p7"/>
            <p:cNvSpPr/>
            <p:nvPr/>
          </p:nvSpPr>
          <p:spPr>
            <a:xfrm>
              <a:off x="2833285" y="2280425"/>
              <a:ext cx="55594" cy="55491"/>
            </a:xfrm>
            <a:custGeom>
              <a:rect b="b" l="l" r="r" t="t"/>
              <a:pathLst>
                <a:path extrusionOk="0" h="55491" w="55594">
                  <a:moveTo>
                    <a:pt x="46947" y="46239"/>
                  </a:moveTo>
                  <a:cubicBezTo>
                    <a:pt x="36106" y="57059"/>
                    <a:pt x="18516" y="57059"/>
                    <a:pt x="7675" y="46239"/>
                  </a:cubicBezTo>
                  <a:cubicBezTo>
                    <a:pt x="-3178" y="35420"/>
                    <a:pt x="-3189" y="17798"/>
                    <a:pt x="7652" y="6977"/>
                  </a:cubicBezTo>
                  <a:cubicBezTo>
                    <a:pt x="18493" y="-3842"/>
                    <a:pt x="36084" y="-3842"/>
                    <a:pt x="46937" y="6977"/>
                  </a:cubicBezTo>
                  <a:cubicBezTo>
                    <a:pt x="46937" y="6977"/>
                    <a:pt x="46947" y="6977"/>
                    <a:pt x="46947" y="6977"/>
                  </a:cubicBezTo>
                  <a:cubicBezTo>
                    <a:pt x="57789" y="17686"/>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5" name="Google Shape;615;p7"/>
            <p:cNvSpPr/>
            <p:nvPr/>
          </p:nvSpPr>
          <p:spPr>
            <a:xfrm>
              <a:off x="2770432" y="2251886"/>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7"/>
            <p:cNvSpPr/>
            <p:nvPr/>
          </p:nvSpPr>
          <p:spPr>
            <a:xfrm>
              <a:off x="2706018" y="2226999"/>
              <a:ext cx="55594" cy="55490"/>
            </a:xfrm>
            <a:custGeom>
              <a:rect b="b" l="l" r="r" t="t"/>
              <a:pathLst>
                <a:path extrusionOk="0" h="55490" w="55594">
                  <a:moveTo>
                    <a:pt x="46948" y="46239"/>
                  </a:moveTo>
                  <a:cubicBezTo>
                    <a:pt x="36106" y="57058"/>
                    <a:pt x="18516" y="57058"/>
                    <a:pt x="7674" y="46239"/>
                  </a:cubicBezTo>
                  <a:cubicBezTo>
                    <a:pt x="-3178" y="35419"/>
                    <a:pt x="-3190" y="17796"/>
                    <a:pt x="7652" y="6977"/>
                  </a:cubicBezTo>
                  <a:cubicBezTo>
                    <a:pt x="18494" y="-3842"/>
                    <a:pt x="36084" y="-3842"/>
                    <a:pt x="46936" y="6977"/>
                  </a:cubicBezTo>
                  <a:cubicBezTo>
                    <a:pt x="46936" y="6977"/>
                    <a:pt x="46948" y="6977"/>
                    <a:pt x="46948" y="6977"/>
                  </a:cubicBezTo>
                  <a:cubicBezTo>
                    <a:pt x="57789" y="17684"/>
                    <a:pt x="57856" y="35307"/>
                    <a:pt x="47093" y="46128"/>
                  </a:cubicBezTo>
                  <a:cubicBezTo>
                    <a:pt x="47048" y="46128"/>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7" name="Google Shape;617;p7"/>
            <p:cNvSpPr/>
            <p:nvPr/>
          </p:nvSpPr>
          <p:spPr>
            <a:xfrm>
              <a:off x="2640880" y="2205694"/>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8" name="Google Shape;618;p7"/>
            <p:cNvSpPr/>
            <p:nvPr/>
          </p:nvSpPr>
          <p:spPr>
            <a:xfrm>
              <a:off x="2368724" y="2158179"/>
              <a:ext cx="55594" cy="55490"/>
            </a:xfrm>
            <a:custGeom>
              <a:rect b="b" l="l" r="r" t="t"/>
              <a:pathLst>
                <a:path extrusionOk="0" h="55490" w="55594">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9" name="Google Shape;619;p7"/>
            <p:cNvSpPr/>
            <p:nvPr/>
          </p:nvSpPr>
          <p:spPr>
            <a:xfrm>
              <a:off x="2299793" y="2155837"/>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7"/>
            <p:cNvSpPr/>
            <p:nvPr/>
          </p:nvSpPr>
          <p:spPr>
            <a:xfrm>
              <a:off x="1892731" y="2222886"/>
              <a:ext cx="55548" cy="55574"/>
            </a:xfrm>
            <a:custGeom>
              <a:rect b="b" l="l" r="r" t="t"/>
              <a:pathLst>
                <a:path extrusionOk="0" h="55574" w="55548">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7"/>
            <p:cNvSpPr/>
            <p:nvPr/>
          </p:nvSpPr>
          <p:spPr>
            <a:xfrm>
              <a:off x="1703951" y="2306526"/>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7"/>
            <p:cNvSpPr/>
            <p:nvPr/>
          </p:nvSpPr>
          <p:spPr>
            <a:xfrm>
              <a:off x="1643720" y="2341326"/>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7"/>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7"/>
            <p:cNvSpPr/>
            <p:nvPr/>
          </p:nvSpPr>
          <p:spPr>
            <a:xfrm>
              <a:off x="1379595" y="2562061"/>
              <a:ext cx="55594" cy="55491"/>
            </a:xfrm>
            <a:custGeom>
              <a:rect b="b" l="l" r="r" t="t"/>
              <a:pathLst>
                <a:path extrusionOk="0" h="55491" w="55594">
                  <a:moveTo>
                    <a:pt x="46947" y="46239"/>
                  </a:moveTo>
                  <a:cubicBezTo>
                    <a:pt x="36106" y="57059"/>
                    <a:pt x="18516" y="57059"/>
                    <a:pt x="7674" y="46239"/>
                  </a:cubicBezTo>
                  <a:cubicBezTo>
                    <a:pt x="-3178" y="35420"/>
                    <a:pt x="-3190" y="17798"/>
                    <a:pt x="7652" y="6977"/>
                  </a:cubicBezTo>
                  <a:cubicBezTo>
                    <a:pt x="18494" y="-3842"/>
                    <a:pt x="36083" y="-3842"/>
                    <a:pt x="46936" y="6977"/>
                  </a:cubicBezTo>
                  <a:cubicBezTo>
                    <a:pt x="46936" y="6977"/>
                    <a:pt x="46936" y="6977"/>
                    <a:pt x="46947" y="6977"/>
                  </a:cubicBezTo>
                  <a:cubicBezTo>
                    <a:pt x="57789" y="17686"/>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7"/>
            <p:cNvSpPr/>
            <p:nvPr/>
          </p:nvSpPr>
          <p:spPr>
            <a:xfrm>
              <a:off x="1334868" y="2614597"/>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7"/>
            <p:cNvSpPr/>
            <p:nvPr/>
          </p:nvSpPr>
          <p:spPr>
            <a:xfrm>
              <a:off x="1254337" y="2726805"/>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7"/>
            <p:cNvSpPr/>
            <p:nvPr/>
          </p:nvSpPr>
          <p:spPr>
            <a:xfrm>
              <a:off x="1094613" y="3107153"/>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7"/>
            <p:cNvSpPr/>
            <p:nvPr/>
          </p:nvSpPr>
          <p:spPr>
            <a:xfrm>
              <a:off x="1080726" y="3174760"/>
              <a:ext cx="55548" cy="55574"/>
            </a:xfrm>
            <a:custGeom>
              <a:rect b="b" l="l" r="r" t="t"/>
              <a:pathLst>
                <a:path extrusionOk="0" h="55574" w="55548">
                  <a:moveTo>
                    <a:pt x="47003" y="46225"/>
                  </a:moveTo>
                  <a:cubicBezTo>
                    <a:pt x="36195" y="57156"/>
                    <a:pt x="18606" y="57156"/>
                    <a:pt x="7730" y="46337"/>
                  </a:cubicBezTo>
                  <a:cubicBezTo>
                    <a:pt x="-3156" y="35518"/>
                    <a:pt x="-3212" y="18006"/>
                    <a:pt x="7596"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7"/>
            <p:cNvSpPr/>
            <p:nvPr/>
          </p:nvSpPr>
          <p:spPr>
            <a:xfrm>
              <a:off x="1064609" y="3311939"/>
              <a:ext cx="55594" cy="55491"/>
            </a:xfrm>
            <a:custGeom>
              <a:rect b="b" l="l" r="r" t="t"/>
              <a:pathLst>
                <a:path extrusionOk="0" h="55491" w="55594">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47" y="6978"/>
                    <a:pt x="46947" y="6978"/>
                  </a:cubicBezTo>
                  <a:cubicBezTo>
                    <a:pt x="57789" y="17686"/>
                    <a:pt x="57856" y="35308"/>
                    <a:pt x="47092" y="46129"/>
                  </a:cubicBezTo>
                  <a:cubicBezTo>
                    <a:pt x="47048"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7"/>
            <p:cNvSpPr/>
            <p:nvPr/>
          </p:nvSpPr>
          <p:spPr>
            <a:xfrm>
              <a:off x="1079276" y="3587231"/>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7"/>
            <p:cNvSpPr/>
            <p:nvPr/>
          </p:nvSpPr>
          <p:spPr>
            <a:xfrm>
              <a:off x="1057024" y="3812972"/>
              <a:ext cx="55542" cy="55490"/>
            </a:xfrm>
            <a:custGeom>
              <a:rect b="b" l="l" r="r" t="t"/>
              <a:pathLst>
                <a:path extrusionOk="0" h="55490" w="55542">
                  <a:moveTo>
                    <a:pt x="46947" y="46239"/>
                  </a:moveTo>
                  <a:cubicBezTo>
                    <a:pt x="36106" y="57058"/>
                    <a:pt x="18516" y="57058"/>
                    <a:pt x="7674" y="46239"/>
                  </a:cubicBezTo>
                  <a:cubicBezTo>
                    <a:pt x="-3178" y="35420"/>
                    <a:pt x="-3190" y="17798"/>
                    <a:pt x="7652" y="6977"/>
                  </a:cubicBezTo>
                  <a:cubicBezTo>
                    <a:pt x="18494" y="-3842"/>
                    <a:pt x="36083" y="-3842"/>
                    <a:pt x="46936" y="6977"/>
                  </a:cubicBezTo>
                  <a:cubicBezTo>
                    <a:pt x="46936"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7"/>
            <p:cNvSpPr/>
            <p:nvPr/>
          </p:nvSpPr>
          <p:spPr>
            <a:xfrm>
              <a:off x="1173471" y="4062820"/>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2" name="Google Shape;632;p7"/>
            <p:cNvSpPr/>
            <p:nvPr/>
          </p:nvSpPr>
          <p:spPr>
            <a:xfrm>
              <a:off x="1250879" y="4177148"/>
              <a:ext cx="55593" cy="55490"/>
            </a:xfrm>
            <a:custGeom>
              <a:rect b="b" l="l" r="r" t="t"/>
              <a:pathLst>
                <a:path extrusionOk="0" h="55490" w="55593">
                  <a:moveTo>
                    <a:pt x="46947" y="46239"/>
                  </a:moveTo>
                  <a:cubicBezTo>
                    <a:pt x="36106" y="57058"/>
                    <a:pt x="18516" y="57058"/>
                    <a:pt x="7675" y="46239"/>
                  </a:cubicBezTo>
                  <a:cubicBezTo>
                    <a:pt x="-3178" y="35420"/>
                    <a:pt x="-3189" y="17796"/>
                    <a:pt x="7652" y="6977"/>
                  </a:cubicBezTo>
                  <a:cubicBezTo>
                    <a:pt x="18494"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7"/>
            <p:cNvSpPr/>
            <p:nvPr/>
          </p:nvSpPr>
          <p:spPr>
            <a:xfrm>
              <a:off x="1339999" y="4282998"/>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7"/>
            <p:cNvSpPr/>
            <p:nvPr/>
          </p:nvSpPr>
          <p:spPr>
            <a:xfrm>
              <a:off x="3150669" y="4375367"/>
              <a:ext cx="55547" cy="55574"/>
            </a:xfrm>
            <a:custGeom>
              <a:rect b="b" l="l" r="r" t="t"/>
              <a:pathLst>
                <a:path extrusionOk="0" h="55574" w="55547">
                  <a:moveTo>
                    <a:pt x="47003" y="46225"/>
                  </a:moveTo>
                  <a:cubicBezTo>
                    <a:pt x="36195" y="57156"/>
                    <a:pt x="18605" y="57156"/>
                    <a:pt x="7730" y="46337"/>
                  </a:cubicBezTo>
                  <a:cubicBezTo>
                    <a:pt x="-3156" y="35517"/>
                    <a:pt x="-3212" y="18006"/>
                    <a:pt x="7596" y="7075"/>
                  </a:cubicBezTo>
                  <a:cubicBezTo>
                    <a:pt x="18415" y="-3856"/>
                    <a:pt x="35994" y="-3856"/>
                    <a:pt x="46880" y="6963"/>
                  </a:cubicBezTo>
                  <a:cubicBezTo>
                    <a:pt x="46914" y="6963"/>
                    <a:pt x="46958"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7"/>
            <p:cNvSpPr/>
            <p:nvPr/>
          </p:nvSpPr>
          <p:spPr>
            <a:xfrm>
              <a:off x="3201643" y="4328743"/>
              <a:ext cx="55547" cy="55574"/>
            </a:xfrm>
            <a:custGeom>
              <a:rect b="b" l="l" r="r" t="t"/>
              <a:pathLst>
                <a:path extrusionOk="0" h="55574" w="55547">
                  <a:moveTo>
                    <a:pt x="47003" y="46225"/>
                  </a:moveTo>
                  <a:cubicBezTo>
                    <a:pt x="36195" y="57156"/>
                    <a:pt x="18605" y="57156"/>
                    <a:pt x="7730" y="46337"/>
                  </a:cubicBezTo>
                  <a:cubicBezTo>
                    <a:pt x="-3156" y="35518"/>
                    <a:pt x="-3212" y="18006"/>
                    <a:pt x="7596" y="7075"/>
                  </a:cubicBezTo>
                  <a:cubicBezTo>
                    <a:pt x="18415" y="-3856"/>
                    <a:pt x="35995" y="-3856"/>
                    <a:pt x="46880" y="6963"/>
                  </a:cubicBezTo>
                  <a:cubicBezTo>
                    <a:pt x="46914" y="6963"/>
                    <a:pt x="46959"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7"/>
            <p:cNvSpPr/>
            <p:nvPr/>
          </p:nvSpPr>
          <p:spPr>
            <a:xfrm>
              <a:off x="3338992" y="4173801"/>
              <a:ext cx="55416" cy="55379"/>
            </a:xfrm>
            <a:custGeom>
              <a:rect b="b" l="l" r="r" t="t"/>
              <a:pathLst>
                <a:path extrusionOk="0" h="55379" w="55416">
                  <a:moveTo>
                    <a:pt x="46736" y="46128"/>
                  </a:moveTo>
                  <a:cubicBezTo>
                    <a:pt x="35928" y="56948"/>
                    <a:pt x="18416" y="56948"/>
                    <a:pt x="7619" y="46128"/>
                  </a:cubicBezTo>
                  <a:cubicBezTo>
                    <a:pt x="-3179" y="35309"/>
                    <a:pt x="-3167" y="17798"/>
                    <a:pt x="7641" y="6977"/>
                  </a:cubicBezTo>
                  <a:cubicBezTo>
                    <a:pt x="18449" y="-3842"/>
                    <a:pt x="35938" y="-3842"/>
                    <a:pt x="46736" y="6977"/>
                  </a:cubicBezTo>
                  <a:cubicBezTo>
                    <a:pt x="57544" y="17574"/>
                    <a:pt x="57700" y="34974"/>
                    <a:pt x="47081" y="45794"/>
                  </a:cubicBezTo>
                  <a:cubicBezTo>
                    <a:pt x="46970" y="45906"/>
                    <a:pt x="46858" y="46016"/>
                    <a:pt x="46736"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7"/>
            <p:cNvSpPr/>
            <p:nvPr/>
          </p:nvSpPr>
          <p:spPr>
            <a:xfrm>
              <a:off x="3415909" y="4059153"/>
              <a:ext cx="55639" cy="55575"/>
            </a:xfrm>
            <a:custGeom>
              <a:rect b="b" l="l" r="r" t="t"/>
              <a:pathLst>
                <a:path extrusionOk="0" h="55575" w="55639">
                  <a:moveTo>
                    <a:pt x="47003" y="46226"/>
                  </a:moveTo>
                  <a:cubicBezTo>
                    <a:pt x="36195" y="57157"/>
                    <a:pt x="18605" y="57157"/>
                    <a:pt x="7730" y="46337"/>
                  </a:cubicBezTo>
                  <a:cubicBezTo>
                    <a:pt x="-3156" y="35518"/>
                    <a:pt x="-3212" y="18007"/>
                    <a:pt x="7596" y="7076"/>
                  </a:cubicBezTo>
                  <a:cubicBezTo>
                    <a:pt x="18416" y="-3856"/>
                    <a:pt x="35994" y="-3856"/>
                    <a:pt x="46881" y="6964"/>
                  </a:cubicBezTo>
                  <a:cubicBezTo>
                    <a:pt x="46914" y="6964"/>
                    <a:pt x="46959" y="7076"/>
                    <a:pt x="47003" y="7076"/>
                  </a:cubicBezTo>
                  <a:cubicBezTo>
                    <a:pt x="57811" y="17783"/>
                    <a:pt x="57901" y="35183"/>
                    <a:pt x="47193" y="46003"/>
                  </a:cubicBezTo>
                  <a:cubicBezTo>
                    <a:pt x="47126" y="46115"/>
                    <a:pt x="47070" y="46115"/>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7"/>
            <p:cNvSpPr/>
            <p:nvPr/>
          </p:nvSpPr>
          <p:spPr>
            <a:xfrm>
              <a:off x="3431190" y="2741096"/>
              <a:ext cx="55639" cy="55574"/>
            </a:xfrm>
            <a:custGeom>
              <a:rect b="b" l="l" r="r" t="t"/>
              <a:pathLst>
                <a:path extrusionOk="0" h="55574" w="55639">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811" y="17782"/>
                    <a:pt x="57901" y="35183"/>
                    <a:pt x="47193" y="46002"/>
                  </a:cubicBezTo>
                  <a:cubicBezTo>
                    <a:pt x="47126" y="46114"/>
                    <a:pt x="47071"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7"/>
            <p:cNvSpPr/>
            <p:nvPr/>
          </p:nvSpPr>
          <p:spPr>
            <a:xfrm>
              <a:off x="3315022" y="2569758"/>
              <a:ext cx="55594" cy="55490"/>
            </a:xfrm>
            <a:custGeom>
              <a:rect b="b" l="l" r="r" t="t"/>
              <a:pathLst>
                <a:path extrusionOk="0" h="55490" w="55594">
                  <a:moveTo>
                    <a:pt x="46947" y="46239"/>
                  </a:moveTo>
                  <a:cubicBezTo>
                    <a:pt x="36106" y="57058"/>
                    <a:pt x="18516" y="57058"/>
                    <a:pt x="7675" y="46239"/>
                  </a:cubicBezTo>
                  <a:cubicBezTo>
                    <a:pt x="-3178" y="35420"/>
                    <a:pt x="-3189" y="17796"/>
                    <a:pt x="7652" y="6977"/>
                  </a:cubicBezTo>
                  <a:cubicBezTo>
                    <a:pt x="18493" y="-3842"/>
                    <a:pt x="36084" y="-3842"/>
                    <a:pt x="46937" y="6977"/>
                  </a:cubicBezTo>
                  <a:cubicBezTo>
                    <a:pt x="46937" y="6977"/>
                    <a:pt x="46947" y="6977"/>
                    <a:pt x="46947" y="6977"/>
                  </a:cubicBezTo>
                  <a:cubicBezTo>
                    <a:pt x="57789" y="17684"/>
                    <a:pt x="57856" y="35309"/>
                    <a:pt x="47092" y="46128"/>
                  </a:cubicBezTo>
                  <a:cubicBezTo>
                    <a:pt x="47037"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7"/>
            <p:cNvSpPr/>
            <p:nvPr/>
          </p:nvSpPr>
          <p:spPr>
            <a:xfrm>
              <a:off x="3223226" y="2466696"/>
              <a:ext cx="55550" cy="55490"/>
            </a:xfrm>
            <a:custGeom>
              <a:rect b="b" l="l" r="r" t="t"/>
              <a:pathLst>
                <a:path extrusionOk="0" h="55490" w="55550">
                  <a:moveTo>
                    <a:pt x="46947" y="46239"/>
                  </a:moveTo>
                  <a:cubicBezTo>
                    <a:pt x="36105" y="57058"/>
                    <a:pt x="18516" y="57058"/>
                    <a:pt x="7675" y="46239"/>
                  </a:cubicBezTo>
                  <a:cubicBezTo>
                    <a:pt x="-3178" y="35419"/>
                    <a:pt x="-3189" y="17796"/>
                    <a:pt x="7652" y="6977"/>
                  </a:cubicBezTo>
                  <a:cubicBezTo>
                    <a:pt x="18493" y="-3842"/>
                    <a:pt x="36084" y="-3842"/>
                    <a:pt x="46936" y="6977"/>
                  </a:cubicBezTo>
                  <a:cubicBezTo>
                    <a:pt x="46936" y="6977"/>
                    <a:pt x="46947" y="6977"/>
                    <a:pt x="46947" y="6977"/>
                  </a:cubicBezTo>
                  <a:cubicBezTo>
                    <a:pt x="57789" y="17796"/>
                    <a:pt x="57789"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7"/>
            <p:cNvSpPr/>
            <p:nvPr/>
          </p:nvSpPr>
          <p:spPr>
            <a:xfrm>
              <a:off x="2890281" y="2222872"/>
              <a:ext cx="55542" cy="55490"/>
            </a:xfrm>
            <a:custGeom>
              <a:rect b="b" l="l" r="r" t="t"/>
              <a:pathLst>
                <a:path extrusionOk="0" h="55490" w="55542">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7"/>
            <p:cNvSpPr/>
            <p:nvPr/>
          </p:nvSpPr>
          <p:spPr>
            <a:xfrm>
              <a:off x="1692797" y="2224767"/>
              <a:ext cx="55542" cy="55490"/>
            </a:xfrm>
            <a:custGeom>
              <a:rect b="b" l="l" r="r" t="t"/>
              <a:pathLst>
                <a:path extrusionOk="0" h="55490" w="55542">
                  <a:moveTo>
                    <a:pt x="46947" y="46239"/>
                  </a:moveTo>
                  <a:cubicBezTo>
                    <a:pt x="36106" y="57058"/>
                    <a:pt x="18516" y="57058"/>
                    <a:pt x="7675" y="46239"/>
                  </a:cubicBezTo>
                  <a:cubicBezTo>
                    <a:pt x="-3178" y="35420"/>
                    <a:pt x="-3189" y="17798"/>
                    <a:pt x="7652" y="6977"/>
                  </a:cubicBezTo>
                  <a:cubicBezTo>
                    <a:pt x="18493" y="-3842"/>
                    <a:pt x="36084" y="-3842"/>
                    <a:pt x="46937" y="6977"/>
                  </a:cubicBezTo>
                  <a:cubicBezTo>
                    <a:pt x="46937"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7"/>
            <p:cNvSpPr/>
            <p:nvPr/>
          </p:nvSpPr>
          <p:spPr>
            <a:xfrm>
              <a:off x="1410715" y="2421746"/>
              <a:ext cx="55550" cy="55490"/>
            </a:xfrm>
            <a:custGeom>
              <a:rect b="b" l="l" r="r" t="t"/>
              <a:pathLst>
                <a:path extrusionOk="0" h="55490" w="55550">
                  <a:moveTo>
                    <a:pt x="46947" y="46239"/>
                  </a:moveTo>
                  <a:cubicBezTo>
                    <a:pt x="36105" y="57058"/>
                    <a:pt x="18516" y="57058"/>
                    <a:pt x="7675" y="46239"/>
                  </a:cubicBezTo>
                  <a:cubicBezTo>
                    <a:pt x="-3178" y="35420"/>
                    <a:pt x="-3189" y="17796"/>
                    <a:pt x="7652" y="6977"/>
                  </a:cubicBezTo>
                  <a:cubicBezTo>
                    <a:pt x="18493" y="-3842"/>
                    <a:pt x="36084" y="-3842"/>
                    <a:pt x="46936" y="6977"/>
                  </a:cubicBezTo>
                  <a:cubicBezTo>
                    <a:pt x="46936" y="6977"/>
                    <a:pt x="46947" y="6977"/>
                    <a:pt x="46947" y="6977"/>
                  </a:cubicBezTo>
                  <a:cubicBezTo>
                    <a:pt x="57789" y="17796"/>
                    <a:pt x="57789"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7"/>
            <p:cNvSpPr/>
            <p:nvPr/>
          </p:nvSpPr>
          <p:spPr>
            <a:xfrm>
              <a:off x="1269506" y="2573104"/>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5" name="Google Shape;645;p7"/>
            <p:cNvSpPr/>
            <p:nvPr/>
          </p:nvSpPr>
          <p:spPr>
            <a:xfrm>
              <a:off x="1092549" y="2868473"/>
              <a:ext cx="55639" cy="55575"/>
            </a:xfrm>
            <a:custGeom>
              <a:rect b="b" l="l" r="r" t="t"/>
              <a:pathLst>
                <a:path extrusionOk="0" h="55575" w="55639">
                  <a:moveTo>
                    <a:pt x="47003" y="46226"/>
                  </a:moveTo>
                  <a:cubicBezTo>
                    <a:pt x="36195" y="57157"/>
                    <a:pt x="18606" y="57157"/>
                    <a:pt x="7730" y="46337"/>
                  </a:cubicBezTo>
                  <a:cubicBezTo>
                    <a:pt x="-3156" y="35518"/>
                    <a:pt x="-3212" y="18007"/>
                    <a:pt x="7597" y="7076"/>
                  </a:cubicBezTo>
                  <a:cubicBezTo>
                    <a:pt x="18416" y="-3856"/>
                    <a:pt x="35994" y="-3856"/>
                    <a:pt x="46880" y="6964"/>
                  </a:cubicBezTo>
                  <a:cubicBezTo>
                    <a:pt x="46914" y="6964"/>
                    <a:pt x="46959" y="7076"/>
                    <a:pt x="47003" y="7076"/>
                  </a:cubicBezTo>
                  <a:cubicBezTo>
                    <a:pt x="57811" y="17783"/>
                    <a:pt x="57901" y="35183"/>
                    <a:pt x="47193" y="46003"/>
                  </a:cubicBezTo>
                  <a:cubicBezTo>
                    <a:pt x="47126" y="46115"/>
                    <a:pt x="47070" y="46115"/>
                    <a:pt x="47003" y="46226"/>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7"/>
            <p:cNvSpPr/>
            <p:nvPr/>
          </p:nvSpPr>
          <p:spPr>
            <a:xfrm>
              <a:off x="1066839" y="2932594"/>
              <a:ext cx="55594" cy="55491"/>
            </a:xfrm>
            <a:custGeom>
              <a:rect b="b" l="l" r="r" t="t"/>
              <a:pathLst>
                <a:path extrusionOk="0" h="55491" w="55594">
                  <a:moveTo>
                    <a:pt x="46947" y="46240"/>
                  </a:moveTo>
                  <a:cubicBezTo>
                    <a:pt x="36106" y="57059"/>
                    <a:pt x="18516" y="57059"/>
                    <a:pt x="7675" y="46240"/>
                  </a:cubicBezTo>
                  <a:cubicBezTo>
                    <a:pt x="-3178" y="35420"/>
                    <a:pt x="-3189" y="17797"/>
                    <a:pt x="7652" y="6978"/>
                  </a:cubicBezTo>
                  <a:cubicBezTo>
                    <a:pt x="18494" y="-3842"/>
                    <a:pt x="36084" y="-3842"/>
                    <a:pt x="46936" y="6978"/>
                  </a:cubicBezTo>
                  <a:cubicBezTo>
                    <a:pt x="46936" y="6978"/>
                    <a:pt x="46947" y="6978"/>
                    <a:pt x="46947" y="6978"/>
                  </a:cubicBezTo>
                  <a:cubicBezTo>
                    <a:pt x="57789" y="17797"/>
                    <a:pt x="57856" y="35308"/>
                    <a:pt x="47092" y="46129"/>
                  </a:cubicBezTo>
                  <a:cubicBezTo>
                    <a:pt x="47048" y="46129"/>
                    <a:pt x="46992" y="46240"/>
                    <a:pt x="46947" y="46240"/>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7"/>
            <p:cNvSpPr/>
            <p:nvPr/>
          </p:nvSpPr>
          <p:spPr>
            <a:xfrm>
              <a:off x="990982" y="3268104"/>
              <a:ext cx="55322" cy="55378"/>
            </a:xfrm>
            <a:custGeom>
              <a:rect b="b" l="l" r="r" t="t"/>
              <a:pathLst>
                <a:path extrusionOk="0" h="55378" w="55322">
                  <a:moveTo>
                    <a:pt x="46735" y="46128"/>
                  </a:moveTo>
                  <a:cubicBezTo>
                    <a:pt x="35927" y="56946"/>
                    <a:pt x="18404" y="56946"/>
                    <a:pt x="7619" y="46128"/>
                  </a:cubicBezTo>
                  <a:cubicBezTo>
                    <a:pt x="-3178" y="35309"/>
                    <a:pt x="-3167" y="17796"/>
                    <a:pt x="7641" y="6977"/>
                  </a:cubicBezTo>
                  <a:cubicBezTo>
                    <a:pt x="18449" y="-3842"/>
                    <a:pt x="35939" y="-3842"/>
                    <a:pt x="46735" y="6977"/>
                  </a:cubicBezTo>
                  <a:cubicBezTo>
                    <a:pt x="57544" y="17796"/>
                    <a:pt x="57555" y="35309"/>
                    <a:pt x="46769" y="46128"/>
                  </a:cubicBezTo>
                  <a:cubicBezTo>
                    <a:pt x="46758" y="46128"/>
                    <a:pt x="46747"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7"/>
            <p:cNvSpPr/>
            <p:nvPr/>
          </p:nvSpPr>
          <p:spPr>
            <a:xfrm>
              <a:off x="986308" y="3337369"/>
              <a:ext cx="55594" cy="55490"/>
            </a:xfrm>
            <a:custGeom>
              <a:rect b="b" l="l" r="r" t="t"/>
              <a:pathLst>
                <a:path extrusionOk="0" h="55490" w="55594">
                  <a:moveTo>
                    <a:pt x="46947" y="46239"/>
                  </a:moveTo>
                  <a:cubicBezTo>
                    <a:pt x="36106" y="57058"/>
                    <a:pt x="18516" y="57058"/>
                    <a:pt x="7675" y="46239"/>
                  </a:cubicBezTo>
                  <a:cubicBezTo>
                    <a:pt x="-3178" y="35420"/>
                    <a:pt x="-3189" y="17798"/>
                    <a:pt x="7652" y="6977"/>
                  </a:cubicBezTo>
                  <a:cubicBezTo>
                    <a:pt x="18494" y="-3842"/>
                    <a:pt x="36084" y="-3842"/>
                    <a:pt x="46936" y="6977"/>
                  </a:cubicBezTo>
                  <a:cubicBezTo>
                    <a:pt x="46936" y="6977"/>
                    <a:pt x="46947" y="6977"/>
                    <a:pt x="46947" y="6977"/>
                  </a:cubicBezTo>
                  <a:cubicBezTo>
                    <a:pt x="57789" y="17686"/>
                    <a:pt x="57856" y="35309"/>
                    <a:pt x="47092" y="46128"/>
                  </a:cubicBezTo>
                  <a:cubicBezTo>
                    <a:pt x="47048"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9" name="Google Shape;649;p7"/>
            <p:cNvSpPr/>
            <p:nvPr/>
          </p:nvSpPr>
          <p:spPr>
            <a:xfrm>
              <a:off x="1035887" y="3747624"/>
              <a:ext cx="55639" cy="55574"/>
            </a:xfrm>
            <a:custGeom>
              <a:rect b="b" l="l" r="r" t="t"/>
              <a:pathLst>
                <a:path extrusionOk="0" h="55574" w="55639">
                  <a:moveTo>
                    <a:pt x="47003" y="46225"/>
                  </a:moveTo>
                  <a:cubicBezTo>
                    <a:pt x="36195" y="57156"/>
                    <a:pt x="18605" y="57156"/>
                    <a:pt x="7730" y="46337"/>
                  </a:cubicBezTo>
                  <a:cubicBezTo>
                    <a:pt x="-3156" y="35518"/>
                    <a:pt x="-3212" y="18006"/>
                    <a:pt x="7596" y="7075"/>
                  </a:cubicBezTo>
                  <a:cubicBezTo>
                    <a:pt x="18416" y="-3856"/>
                    <a:pt x="35994" y="-3856"/>
                    <a:pt x="46881" y="6963"/>
                  </a:cubicBezTo>
                  <a:cubicBezTo>
                    <a:pt x="46914" y="6963"/>
                    <a:pt x="46958" y="7075"/>
                    <a:pt x="47003" y="7075"/>
                  </a:cubicBezTo>
                  <a:cubicBezTo>
                    <a:pt x="57812"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0" name="Google Shape;650;p7"/>
            <p:cNvSpPr/>
            <p:nvPr/>
          </p:nvSpPr>
          <p:spPr>
            <a:xfrm>
              <a:off x="1099297" y="4088585"/>
              <a:ext cx="55542" cy="55491"/>
            </a:xfrm>
            <a:custGeom>
              <a:rect b="b" l="l" r="r" t="t"/>
              <a:pathLst>
                <a:path extrusionOk="0" h="55491" w="55542">
                  <a:moveTo>
                    <a:pt x="46947" y="46239"/>
                  </a:moveTo>
                  <a:cubicBezTo>
                    <a:pt x="36106" y="57059"/>
                    <a:pt x="18516" y="57059"/>
                    <a:pt x="7675" y="46239"/>
                  </a:cubicBezTo>
                  <a:cubicBezTo>
                    <a:pt x="-3178" y="35420"/>
                    <a:pt x="-3189" y="17797"/>
                    <a:pt x="7652" y="6978"/>
                  </a:cubicBezTo>
                  <a:cubicBezTo>
                    <a:pt x="18494" y="-3842"/>
                    <a:pt x="36084" y="-3842"/>
                    <a:pt x="46936" y="6978"/>
                  </a:cubicBezTo>
                  <a:cubicBezTo>
                    <a:pt x="46936" y="6978"/>
                    <a:pt x="46947"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1" name="Google Shape;651;p7"/>
            <p:cNvSpPr/>
            <p:nvPr/>
          </p:nvSpPr>
          <p:spPr>
            <a:xfrm>
              <a:off x="1309325" y="4361634"/>
              <a:ext cx="55542" cy="55490"/>
            </a:xfrm>
            <a:custGeom>
              <a:rect b="b" l="l" r="r" t="t"/>
              <a:pathLst>
                <a:path extrusionOk="0" h="55490" w="55542">
                  <a:moveTo>
                    <a:pt x="46947" y="46239"/>
                  </a:moveTo>
                  <a:cubicBezTo>
                    <a:pt x="36106" y="57058"/>
                    <a:pt x="18516" y="57058"/>
                    <a:pt x="7675" y="46239"/>
                  </a:cubicBezTo>
                  <a:cubicBezTo>
                    <a:pt x="-3178" y="35419"/>
                    <a:pt x="-3189" y="17796"/>
                    <a:pt x="7652" y="6977"/>
                  </a:cubicBezTo>
                  <a:cubicBezTo>
                    <a:pt x="18493" y="-3842"/>
                    <a:pt x="36084" y="-3842"/>
                    <a:pt x="46937" y="6977"/>
                  </a:cubicBezTo>
                  <a:cubicBezTo>
                    <a:pt x="46937" y="6977"/>
                    <a:pt x="46947" y="6977"/>
                    <a:pt x="46947" y="6977"/>
                  </a:cubicBezTo>
                  <a:cubicBezTo>
                    <a:pt x="57778" y="17796"/>
                    <a:pt x="57778" y="3541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2" name="Google Shape;652;p7"/>
            <p:cNvSpPr/>
            <p:nvPr/>
          </p:nvSpPr>
          <p:spPr>
            <a:xfrm>
              <a:off x="3382949" y="4242621"/>
              <a:ext cx="55594" cy="55490"/>
            </a:xfrm>
            <a:custGeom>
              <a:rect b="b" l="l" r="r" t="t"/>
              <a:pathLst>
                <a:path extrusionOk="0" h="55490" w="55594">
                  <a:moveTo>
                    <a:pt x="46948" y="46239"/>
                  </a:moveTo>
                  <a:cubicBezTo>
                    <a:pt x="36106" y="57058"/>
                    <a:pt x="18516" y="57058"/>
                    <a:pt x="7674" y="46239"/>
                  </a:cubicBezTo>
                  <a:cubicBezTo>
                    <a:pt x="-3178" y="35420"/>
                    <a:pt x="-3190" y="17796"/>
                    <a:pt x="7652" y="6977"/>
                  </a:cubicBezTo>
                  <a:cubicBezTo>
                    <a:pt x="18494" y="-3842"/>
                    <a:pt x="36084" y="-3842"/>
                    <a:pt x="46936" y="6977"/>
                  </a:cubicBezTo>
                  <a:cubicBezTo>
                    <a:pt x="46936" y="6977"/>
                    <a:pt x="46948" y="6977"/>
                    <a:pt x="46948" y="6977"/>
                  </a:cubicBezTo>
                  <a:cubicBezTo>
                    <a:pt x="57789" y="17684"/>
                    <a:pt x="57856" y="35309"/>
                    <a:pt x="47093" y="46128"/>
                  </a:cubicBezTo>
                  <a:cubicBezTo>
                    <a:pt x="47048" y="46128"/>
                    <a:pt x="46992" y="46239"/>
                    <a:pt x="46948"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3" name="Google Shape;653;p7"/>
            <p:cNvSpPr/>
            <p:nvPr/>
          </p:nvSpPr>
          <p:spPr>
            <a:xfrm>
              <a:off x="3424219" y="4187186"/>
              <a:ext cx="55594" cy="55490"/>
            </a:xfrm>
            <a:custGeom>
              <a:rect b="b" l="l" r="r" t="t"/>
              <a:pathLst>
                <a:path extrusionOk="0" h="55490" w="55594">
                  <a:moveTo>
                    <a:pt x="46947" y="46239"/>
                  </a:moveTo>
                  <a:cubicBezTo>
                    <a:pt x="36106" y="57058"/>
                    <a:pt x="18516" y="57058"/>
                    <a:pt x="7674" y="46239"/>
                  </a:cubicBezTo>
                  <a:cubicBezTo>
                    <a:pt x="-3178" y="35419"/>
                    <a:pt x="-3190" y="17796"/>
                    <a:pt x="7652" y="6977"/>
                  </a:cubicBezTo>
                  <a:cubicBezTo>
                    <a:pt x="18494" y="-3842"/>
                    <a:pt x="36083" y="-3842"/>
                    <a:pt x="46936" y="6977"/>
                  </a:cubicBezTo>
                  <a:cubicBezTo>
                    <a:pt x="46936" y="6977"/>
                    <a:pt x="46936" y="6977"/>
                    <a:pt x="46947" y="6977"/>
                  </a:cubicBezTo>
                  <a:cubicBezTo>
                    <a:pt x="57789" y="17684"/>
                    <a:pt x="57856" y="35309"/>
                    <a:pt x="47092" y="46128"/>
                  </a:cubicBezTo>
                  <a:cubicBezTo>
                    <a:pt x="47036" y="46128"/>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4" name="Google Shape;654;p7"/>
            <p:cNvSpPr/>
            <p:nvPr/>
          </p:nvSpPr>
          <p:spPr>
            <a:xfrm>
              <a:off x="3370223" y="2515439"/>
              <a:ext cx="55326" cy="55378"/>
            </a:xfrm>
            <a:custGeom>
              <a:rect b="b" l="l" r="r" t="t"/>
              <a:pathLst>
                <a:path extrusionOk="0" h="55378" w="55326">
                  <a:moveTo>
                    <a:pt x="46735" y="46128"/>
                  </a:moveTo>
                  <a:cubicBezTo>
                    <a:pt x="35927" y="56946"/>
                    <a:pt x="18416" y="56946"/>
                    <a:pt x="7618" y="46128"/>
                  </a:cubicBezTo>
                  <a:cubicBezTo>
                    <a:pt x="-3178" y="35309"/>
                    <a:pt x="-3167" y="17796"/>
                    <a:pt x="7641" y="6977"/>
                  </a:cubicBezTo>
                  <a:cubicBezTo>
                    <a:pt x="18449" y="-3842"/>
                    <a:pt x="35938" y="-3842"/>
                    <a:pt x="46735" y="6977"/>
                  </a:cubicBezTo>
                  <a:cubicBezTo>
                    <a:pt x="57543" y="17796"/>
                    <a:pt x="57566" y="35309"/>
                    <a:pt x="46769" y="46128"/>
                  </a:cubicBezTo>
                  <a:cubicBezTo>
                    <a:pt x="46758" y="46128"/>
                    <a:pt x="46746" y="46128"/>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5" name="Google Shape;655;p7"/>
            <p:cNvSpPr/>
            <p:nvPr/>
          </p:nvSpPr>
          <p:spPr>
            <a:xfrm>
              <a:off x="1343903" y="2378803"/>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6" name="Google Shape;656;p7"/>
            <p:cNvSpPr/>
            <p:nvPr/>
          </p:nvSpPr>
          <p:spPr>
            <a:xfrm>
              <a:off x="1248146" y="2478309"/>
              <a:ext cx="55547" cy="55575"/>
            </a:xfrm>
            <a:custGeom>
              <a:rect b="b" l="l" r="r" t="t"/>
              <a:pathLst>
                <a:path extrusionOk="0" h="55575" w="55547">
                  <a:moveTo>
                    <a:pt x="47003" y="46225"/>
                  </a:moveTo>
                  <a:cubicBezTo>
                    <a:pt x="36195" y="57157"/>
                    <a:pt x="18605" y="57157"/>
                    <a:pt x="7730" y="46337"/>
                  </a:cubicBezTo>
                  <a:cubicBezTo>
                    <a:pt x="-3156" y="35518"/>
                    <a:pt x="-3212" y="18007"/>
                    <a:pt x="7596" y="7075"/>
                  </a:cubicBezTo>
                  <a:cubicBezTo>
                    <a:pt x="18416" y="-3856"/>
                    <a:pt x="35995" y="-3856"/>
                    <a:pt x="46881" y="6964"/>
                  </a:cubicBezTo>
                  <a:cubicBezTo>
                    <a:pt x="46914" y="6964"/>
                    <a:pt x="46958"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7" name="Google Shape;657;p7"/>
            <p:cNvSpPr/>
            <p:nvPr/>
          </p:nvSpPr>
          <p:spPr>
            <a:xfrm>
              <a:off x="913138" y="3500886"/>
              <a:ext cx="55542" cy="55490"/>
            </a:xfrm>
            <a:custGeom>
              <a:rect b="b" l="l" r="r" t="t"/>
              <a:pathLst>
                <a:path extrusionOk="0" h="55490" w="55542">
                  <a:moveTo>
                    <a:pt x="46947" y="46239"/>
                  </a:moveTo>
                  <a:cubicBezTo>
                    <a:pt x="36106" y="57058"/>
                    <a:pt x="18516" y="57058"/>
                    <a:pt x="7675" y="46239"/>
                  </a:cubicBezTo>
                  <a:cubicBezTo>
                    <a:pt x="-3178" y="35420"/>
                    <a:pt x="-3189" y="17796"/>
                    <a:pt x="7652" y="6977"/>
                  </a:cubicBezTo>
                  <a:cubicBezTo>
                    <a:pt x="18494" y="-3842"/>
                    <a:pt x="36084" y="-3842"/>
                    <a:pt x="46936" y="6977"/>
                  </a:cubicBezTo>
                  <a:cubicBezTo>
                    <a:pt x="46936" y="6977"/>
                    <a:pt x="46947"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8" name="Google Shape;658;p7"/>
            <p:cNvSpPr/>
            <p:nvPr/>
          </p:nvSpPr>
          <p:spPr>
            <a:xfrm>
              <a:off x="931263" y="3637759"/>
              <a:ext cx="55639" cy="55574"/>
            </a:xfrm>
            <a:custGeom>
              <a:rect b="b" l="l" r="r" t="t"/>
              <a:pathLst>
                <a:path extrusionOk="0" h="55574" w="55639">
                  <a:moveTo>
                    <a:pt x="47003" y="46225"/>
                  </a:moveTo>
                  <a:cubicBezTo>
                    <a:pt x="36195" y="57156"/>
                    <a:pt x="18605"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811" y="17782"/>
                    <a:pt x="57901" y="35183"/>
                    <a:pt x="47193" y="46002"/>
                  </a:cubicBezTo>
                  <a:cubicBezTo>
                    <a:pt x="47126" y="46114"/>
                    <a:pt x="47070" y="46114"/>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9" name="Google Shape;659;p7"/>
            <p:cNvSpPr/>
            <p:nvPr/>
          </p:nvSpPr>
          <p:spPr>
            <a:xfrm>
              <a:off x="945697" y="3705448"/>
              <a:ext cx="55416" cy="55379"/>
            </a:xfrm>
            <a:custGeom>
              <a:rect b="b" l="l" r="r" t="t"/>
              <a:pathLst>
                <a:path extrusionOk="0" h="55379" w="55416">
                  <a:moveTo>
                    <a:pt x="46735" y="46128"/>
                  </a:moveTo>
                  <a:cubicBezTo>
                    <a:pt x="35927" y="56948"/>
                    <a:pt x="18404" y="56948"/>
                    <a:pt x="7619" y="46128"/>
                  </a:cubicBezTo>
                  <a:cubicBezTo>
                    <a:pt x="-3178" y="35309"/>
                    <a:pt x="-3167" y="17798"/>
                    <a:pt x="7641" y="6977"/>
                  </a:cubicBezTo>
                  <a:cubicBezTo>
                    <a:pt x="18449" y="-3842"/>
                    <a:pt x="35939" y="-3842"/>
                    <a:pt x="46735" y="6977"/>
                  </a:cubicBezTo>
                  <a:cubicBezTo>
                    <a:pt x="57544" y="17574"/>
                    <a:pt x="57700" y="34974"/>
                    <a:pt x="47081" y="45794"/>
                  </a:cubicBezTo>
                  <a:cubicBezTo>
                    <a:pt x="46970" y="45904"/>
                    <a:pt x="46847" y="46016"/>
                    <a:pt x="46735" y="46128"/>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7"/>
            <p:cNvSpPr/>
            <p:nvPr/>
          </p:nvSpPr>
          <p:spPr>
            <a:xfrm>
              <a:off x="963052" y="3772163"/>
              <a:ext cx="55548" cy="55575"/>
            </a:xfrm>
            <a:custGeom>
              <a:rect b="b" l="l" r="r" t="t"/>
              <a:pathLst>
                <a:path extrusionOk="0" h="55575" w="55548">
                  <a:moveTo>
                    <a:pt x="47003" y="46225"/>
                  </a:moveTo>
                  <a:cubicBezTo>
                    <a:pt x="36195" y="57157"/>
                    <a:pt x="18605" y="57157"/>
                    <a:pt x="7730" y="46337"/>
                  </a:cubicBezTo>
                  <a:cubicBezTo>
                    <a:pt x="-3156" y="35518"/>
                    <a:pt x="-3212" y="18007"/>
                    <a:pt x="7596" y="7075"/>
                  </a:cubicBezTo>
                  <a:cubicBezTo>
                    <a:pt x="18416" y="-3856"/>
                    <a:pt x="35994" y="-3856"/>
                    <a:pt x="46881" y="6964"/>
                  </a:cubicBezTo>
                  <a:cubicBezTo>
                    <a:pt x="46914" y="6964"/>
                    <a:pt x="46958" y="7075"/>
                    <a:pt x="47003" y="7075"/>
                  </a:cubicBezTo>
                  <a:cubicBezTo>
                    <a:pt x="57767" y="17895"/>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1" name="Google Shape;661;p7"/>
            <p:cNvSpPr/>
            <p:nvPr/>
          </p:nvSpPr>
          <p:spPr>
            <a:xfrm>
              <a:off x="3425000" y="2461008"/>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7"/>
            <p:cNvSpPr/>
            <p:nvPr/>
          </p:nvSpPr>
          <p:spPr>
            <a:xfrm>
              <a:off x="1328008" y="2289139"/>
              <a:ext cx="55548" cy="55574"/>
            </a:xfrm>
            <a:custGeom>
              <a:rect b="b" l="l" r="r" t="t"/>
              <a:pathLst>
                <a:path extrusionOk="0" h="55574" w="55548">
                  <a:moveTo>
                    <a:pt x="47003" y="46225"/>
                  </a:moveTo>
                  <a:cubicBezTo>
                    <a:pt x="36195" y="57156"/>
                    <a:pt x="18606" y="57156"/>
                    <a:pt x="7730" y="46337"/>
                  </a:cubicBezTo>
                  <a:cubicBezTo>
                    <a:pt x="-3156" y="35518"/>
                    <a:pt x="-3212" y="18006"/>
                    <a:pt x="7597" y="7075"/>
                  </a:cubicBezTo>
                  <a:cubicBezTo>
                    <a:pt x="18416" y="-3856"/>
                    <a:pt x="35994" y="-3856"/>
                    <a:pt x="46881" y="6963"/>
                  </a:cubicBezTo>
                  <a:cubicBezTo>
                    <a:pt x="46914" y="6963"/>
                    <a:pt x="46959" y="7075"/>
                    <a:pt x="47003" y="7075"/>
                  </a:cubicBezTo>
                  <a:cubicBezTo>
                    <a:pt x="57767" y="17894"/>
                    <a:pt x="57767" y="35406"/>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7"/>
            <p:cNvSpPr/>
            <p:nvPr/>
          </p:nvSpPr>
          <p:spPr>
            <a:xfrm>
              <a:off x="1277202" y="2335972"/>
              <a:ext cx="55594" cy="55491"/>
            </a:xfrm>
            <a:custGeom>
              <a:rect b="b" l="l" r="r" t="t"/>
              <a:pathLst>
                <a:path extrusionOk="0" h="55491" w="55594">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47" y="6978"/>
                    <a:pt x="46947" y="6978"/>
                  </a:cubicBezTo>
                  <a:cubicBezTo>
                    <a:pt x="57789" y="17686"/>
                    <a:pt x="57856" y="35308"/>
                    <a:pt x="47092" y="46129"/>
                  </a:cubicBezTo>
                  <a:cubicBezTo>
                    <a:pt x="47036" y="46129"/>
                    <a:pt x="46992" y="46239"/>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7"/>
            <p:cNvSpPr/>
            <p:nvPr/>
          </p:nvSpPr>
          <p:spPr>
            <a:xfrm>
              <a:off x="1182617" y="2436580"/>
              <a:ext cx="55542" cy="55491"/>
            </a:xfrm>
            <a:custGeom>
              <a:rect b="b" l="l" r="r" t="t"/>
              <a:pathLst>
                <a:path extrusionOk="0" h="55491" w="55542">
                  <a:moveTo>
                    <a:pt x="46947" y="46239"/>
                  </a:moveTo>
                  <a:cubicBezTo>
                    <a:pt x="36106" y="57059"/>
                    <a:pt x="18516" y="57059"/>
                    <a:pt x="7675" y="46239"/>
                  </a:cubicBezTo>
                  <a:cubicBezTo>
                    <a:pt x="-3178" y="35420"/>
                    <a:pt x="-3189" y="17798"/>
                    <a:pt x="7652" y="6977"/>
                  </a:cubicBezTo>
                  <a:cubicBezTo>
                    <a:pt x="18494" y="-3842"/>
                    <a:pt x="36084" y="-3842"/>
                    <a:pt x="46936" y="6977"/>
                  </a:cubicBezTo>
                  <a:cubicBezTo>
                    <a:pt x="46936" y="6977"/>
                    <a:pt x="46947" y="6977"/>
                    <a:pt x="46947" y="6977"/>
                  </a:cubicBezTo>
                  <a:cubicBezTo>
                    <a:pt x="57778" y="17798"/>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7"/>
            <p:cNvSpPr/>
            <p:nvPr/>
          </p:nvSpPr>
          <p:spPr>
            <a:xfrm>
              <a:off x="845992" y="3181885"/>
              <a:ext cx="55542" cy="55490"/>
            </a:xfrm>
            <a:custGeom>
              <a:rect b="b" l="l" r="r" t="t"/>
              <a:pathLst>
                <a:path extrusionOk="0" h="55490" w="55542">
                  <a:moveTo>
                    <a:pt x="46947" y="46239"/>
                  </a:moveTo>
                  <a:cubicBezTo>
                    <a:pt x="36106" y="57058"/>
                    <a:pt x="18516" y="57058"/>
                    <a:pt x="7674" y="46239"/>
                  </a:cubicBezTo>
                  <a:cubicBezTo>
                    <a:pt x="-3178" y="35420"/>
                    <a:pt x="-3190" y="17796"/>
                    <a:pt x="7652" y="6977"/>
                  </a:cubicBezTo>
                  <a:cubicBezTo>
                    <a:pt x="18494" y="-3842"/>
                    <a:pt x="36083" y="-3842"/>
                    <a:pt x="46936" y="6977"/>
                  </a:cubicBezTo>
                  <a:cubicBezTo>
                    <a:pt x="46936" y="6977"/>
                    <a:pt x="46936" y="6977"/>
                    <a:pt x="46947" y="6977"/>
                  </a:cubicBezTo>
                  <a:cubicBezTo>
                    <a:pt x="57778" y="17796"/>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6" name="Google Shape;666;p7"/>
            <p:cNvSpPr/>
            <p:nvPr/>
          </p:nvSpPr>
          <p:spPr>
            <a:xfrm>
              <a:off x="838128" y="3526331"/>
              <a:ext cx="55548" cy="55574"/>
            </a:xfrm>
            <a:custGeom>
              <a:rect b="b" l="l" r="r" t="t"/>
              <a:pathLst>
                <a:path extrusionOk="0" h="55574" w="55548">
                  <a:moveTo>
                    <a:pt x="47003" y="46225"/>
                  </a:moveTo>
                  <a:cubicBezTo>
                    <a:pt x="36195" y="57156"/>
                    <a:pt x="18606" y="57156"/>
                    <a:pt x="7730" y="46337"/>
                  </a:cubicBezTo>
                  <a:cubicBezTo>
                    <a:pt x="-3156" y="35517"/>
                    <a:pt x="-3212" y="18006"/>
                    <a:pt x="7596" y="7075"/>
                  </a:cubicBezTo>
                  <a:cubicBezTo>
                    <a:pt x="18416" y="-3856"/>
                    <a:pt x="35994" y="-3856"/>
                    <a:pt x="46881" y="6963"/>
                  </a:cubicBezTo>
                  <a:cubicBezTo>
                    <a:pt x="46914" y="6963"/>
                    <a:pt x="46959" y="7075"/>
                    <a:pt x="47003" y="7075"/>
                  </a:cubicBezTo>
                  <a:cubicBezTo>
                    <a:pt x="57767" y="17894"/>
                    <a:pt x="57767" y="35405"/>
                    <a:pt x="47003" y="46225"/>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7"/>
            <p:cNvSpPr/>
            <p:nvPr/>
          </p:nvSpPr>
          <p:spPr>
            <a:xfrm>
              <a:off x="890273" y="3797245"/>
              <a:ext cx="55542" cy="55491"/>
            </a:xfrm>
            <a:custGeom>
              <a:rect b="b" l="l" r="r" t="t"/>
              <a:pathLst>
                <a:path extrusionOk="0" h="55491" w="55542">
                  <a:moveTo>
                    <a:pt x="46947" y="46239"/>
                  </a:moveTo>
                  <a:cubicBezTo>
                    <a:pt x="36106" y="57059"/>
                    <a:pt x="18516" y="57059"/>
                    <a:pt x="7674" y="46239"/>
                  </a:cubicBezTo>
                  <a:cubicBezTo>
                    <a:pt x="-3178" y="35420"/>
                    <a:pt x="-3190" y="17797"/>
                    <a:pt x="7652" y="6978"/>
                  </a:cubicBezTo>
                  <a:cubicBezTo>
                    <a:pt x="18494" y="-3842"/>
                    <a:pt x="36083" y="-3842"/>
                    <a:pt x="46936" y="6978"/>
                  </a:cubicBezTo>
                  <a:cubicBezTo>
                    <a:pt x="46936" y="6978"/>
                    <a:pt x="46936" y="6978"/>
                    <a:pt x="46947" y="6978"/>
                  </a:cubicBezTo>
                  <a:cubicBezTo>
                    <a:pt x="57778" y="17797"/>
                    <a:pt x="57778" y="35420"/>
                    <a:pt x="46947" y="46239"/>
                  </a:cubicBezTo>
                </a:path>
              </a:pathLst>
            </a:custGeom>
            <a:solidFill>
              <a:srgbClr val="F1C40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68" name="Google Shape;668;p7"/>
          <p:cNvSpPr txBox="1"/>
          <p:nvPr/>
        </p:nvSpPr>
        <p:spPr>
          <a:xfrm>
            <a:off x="4600575" y="22341000"/>
            <a:ext cx="2689200" cy="2839800"/>
          </a:xfrm>
          <a:prstGeom prst="rect">
            <a:avLst/>
          </a:prstGeom>
          <a:noFill/>
          <a:ln>
            <a:noFill/>
          </a:ln>
        </p:spPr>
        <p:txBody>
          <a:bodyPr anchorCtr="0" anchor="ctr" bIns="22850" lIns="0" spcFirstLastPara="1" rIns="46800" wrap="square" tIns="22850">
            <a:noAutofit/>
          </a:bodyPr>
          <a:lstStyle/>
          <a:p>
            <a:pPr indent="0" lvl="0" marL="0" rtl="1" algn="just">
              <a:lnSpc>
                <a:spcPct val="130000"/>
              </a:lnSpc>
              <a:spcBef>
                <a:spcPts val="0"/>
              </a:spcBef>
              <a:spcAft>
                <a:spcPts val="1000"/>
              </a:spcAft>
              <a:buNone/>
            </a:pPr>
            <a:r>
              <a:rPr lang="iw-IL" sz="1200">
                <a:solidFill>
                  <a:schemeClr val="lt1"/>
                </a:solidFill>
                <a:latin typeface="Rubik"/>
                <a:ea typeface="Rubik"/>
                <a:cs typeface="Rubik"/>
                <a:sym typeface="Rubik"/>
              </a:rPr>
              <a:t>המודל העסקי שלנו רוחבי, רווחי מאד ומגוון, ומתבסס על מספר ערוצי הכנסה: חלק ניכר מהמשתמשים בוחר במסלול הפרימיום בתשלום, שכולל שימוש בלתי מוגבל ורוחבי, ובמקביל אנו מקבלים עמלות מסכומי הרכישות של המשתמשים בזירת הסחר דרכה אפשר לרכוש מסוחרים ונותני שירות מגוון מוצרים ושירותים בתחום הבית החכם. בנוסף, אנו מציעים פרסום וקידום ממומן ממוקדים לעסקים ונותני שירותים המעוניינים בחשיפה לקהל משתמשינו בזמן אמת, ומוכרים דאטה איכותית ובעלת ערך עסקי רב הנצברת מתוך השימוש השוטף בפלטפורמה. </a:t>
            </a:r>
            <a:endParaRPr sz="1200">
              <a:solidFill>
                <a:schemeClr val="lt1"/>
              </a:solidFill>
              <a:latin typeface="Rubik"/>
              <a:ea typeface="Rubik"/>
              <a:cs typeface="Rubik"/>
              <a:sym typeface="Rubik"/>
            </a:endParaRPr>
          </a:p>
        </p:txBody>
      </p:sp>
      <p:sp>
        <p:nvSpPr>
          <p:cNvPr id="669" name="Google Shape;669;p7"/>
          <p:cNvSpPr txBox="1"/>
          <p:nvPr/>
        </p:nvSpPr>
        <p:spPr>
          <a:xfrm>
            <a:off x="4748325" y="8213575"/>
            <a:ext cx="1202100" cy="6984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400">
                <a:solidFill>
                  <a:srgbClr val="F1C40F"/>
                </a:solidFill>
                <a:latin typeface="Rubik"/>
                <a:ea typeface="Rubik"/>
                <a:cs typeface="Rubik"/>
                <a:sym typeface="Rubik"/>
              </a:rPr>
              <a:t>הפתרון.</a:t>
            </a:r>
            <a:endParaRPr b="1" i="0" sz="2400" u="none" cap="none" strike="noStrike">
              <a:solidFill>
                <a:srgbClr val="F1C40F"/>
              </a:solidFill>
              <a:latin typeface="Rubik"/>
              <a:ea typeface="Rubik"/>
              <a:cs typeface="Rubik"/>
              <a:sym typeface="Rubik"/>
            </a:endParaRPr>
          </a:p>
        </p:txBody>
      </p:sp>
      <p:sp>
        <p:nvSpPr>
          <p:cNvPr id="670" name="Google Shape;670;p7"/>
          <p:cNvSpPr/>
          <p:nvPr/>
        </p:nvSpPr>
        <p:spPr>
          <a:xfrm flipH="1" rot="10800000">
            <a:off x="6094900" y="8395743"/>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1" name="Google Shape;671;p7"/>
          <p:cNvPicPr preferRelativeResize="0"/>
          <p:nvPr/>
        </p:nvPicPr>
        <p:blipFill>
          <a:blip r:embed="rId3">
            <a:alphaModFix/>
          </a:blip>
          <a:stretch>
            <a:fillRect/>
          </a:stretch>
        </p:blipFill>
        <p:spPr>
          <a:xfrm>
            <a:off x="4573575" y="13727056"/>
            <a:ext cx="2743200" cy="1538764"/>
          </a:xfrm>
          <a:prstGeom prst="rect">
            <a:avLst/>
          </a:prstGeom>
          <a:noFill/>
          <a:ln>
            <a:noFill/>
          </a:ln>
          <a:effectLst>
            <a:outerShdw blurRad="42863" rotWithShape="0" algn="bl" dir="5340001" dist="19050">
              <a:srgbClr val="666666">
                <a:alpha val="50000"/>
              </a:srgbClr>
            </a:outerShdw>
          </a:effectLst>
        </p:spPr>
      </p:pic>
      <p:sp>
        <p:nvSpPr>
          <p:cNvPr id="672" name="Google Shape;672;p7"/>
          <p:cNvSpPr txBox="1"/>
          <p:nvPr/>
        </p:nvSpPr>
        <p:spPr>
          <a:xfrm>
            <a:off x="4114950" y="26422300"/>
            <a:ext cx="3174900" cy="1026000"/>
          </a:xfrm>
          <a:prstGeom prst="rect">
            <a:avLst/>
          </a:prstGeom>
          <a:noFill/>
          <a:ln>
            <a:noFill/>
          </a:ln>
        </p:spPr>
        <p:txBody>
          <a:bodyPr anchorCtr="0" anchor="ctr" bIns="22850" lIns="0" spcFirstLastPara="1" rIns="46800" wrap="square" tIns="22850">
            <a:noAutofit/>
          </a:bodyPr>
          <a:lstStyle/>
          <a:p>
            <a:pPr indent="0" lvl="0" marL="0" marR="0" rtl="1" algn="just">
              <a:lnSpc>
                <a:spcPct val="130000"/>
              </a:lnSpc>
              <a:spcBef>
                <a:spcPts val="0"/>
              </a:spcBef>
              <a:spcAft>
                <a:spcPts val="1000"/>
              </a:spcAft>
              <a:buNone/>
            </a:pPr>
            <a:r>
              <a:rPr lang="iw-IL" sz="1200">
                <a:solidFill>
                  <a:schemeClr val="lt1"/>
                </a:solidFill>
                <a:latin typeface="Rubik"/>
                <a:ea typeface="Rubik"/>
                <a:cs typeface="Rubik"/>
                <a:sym typeface="Rubik"/>
              </a:rPr>
              <a:t>עד כה ביצענו מחקר שוק נרחב ומקיף בו בחנו את המתחרים בצורה יסודית, זיהינו פוטנציאל רב וצורך אמיתי במוצר, בנינו קונספט ותוכנית עסקית והתחלנו בפיתוח ראשוני.</a:t>
            </a:r>
            <a:endParaRPr b="1" sz="1200">
              <a:solidFill>
                <a:schemeClr val="lt1"/>
              </a:solidFill>
              <a:latin typeface="Rubik"/>
              <a:ea typeface="Rubik"/>
              <a:cs typeface="Rubik"/>
              <a:sym typeface="Rubik"/>
            </a:endParaRPr>
          </a:p>
        </p:txBody>
      </p:sp>
      <p:sp>
        <p:nvSpPr>
          <p:cNvPr id="673" name="Google Shape;673;p7"/>
          <p:cNvSpPr txBox="1"/>
          <p:nvPr/>
        </p:nvSpPr>
        <p:spPr>
          <a:xfrm>
            <a:off x="3135225" y="17468175"/>
            <a:ext cx="4154700" cy="3342900"/>
          </a:xfrm>
          <a:prstGeom prst="rect">
            <a:avLst/>
          </a:prstGeom>
          <a:noFill/>
          <a:ln>
            <a:noFill/>
          </a:ln>
        </p:spPr>
        <p:txBody>
          <a:bodyPr anchorCtr="0" anchor="ctr" bIns="22850" lIns="0" spcFirstLastPara="1" rIns="46800" wrap="square" tIns="22850">
            <a:noAutofit/>
          </a:bodyPr>
          <a:lstStyle/>
          <a:p>
            <a:pPr indent="0" lvl="0" marL="0" marR="0" rtl="1" algn="just">
              <a:lnSpc>
                <a:spcPct val="130000"/>
              </a:lnSpc>
              <a:spcBef>
                <a:spcPts val="0"/>
              </a:spcBef>
              <a:spcAft>
                <a:spcPts val="1000"/>
              </a:spcAft>
              <a:buNone/>
            </a:pPr>
            <a:r>
              <a:rPr lang="iw-IL" sz="1200">
                <a:solidFill>
                  <a:schemeClr val="lt1"/>
                </a:solidFill>
                <a:latin typeface="Rubik"/>
                <a:ea typeface="Rubik"/>
                <a:cs typeface="Rubik"/>
                <a:sym typeface="Rubik"/>
              </a:rPr>
              <a:t>מחקר השוק שלנו מדגים בבירור שיש צורך הולך וגובר למוצר שנרצה לפתח. בין המתחרים הבולטים שזיהינו ניתן לציין את Control4, Homey, Loxone ו-FIBARO, אשר כל אחד מהם מתקרב לחלק מהפתרון שאנו מציעים. Control4 מספקת שליטה מרוכזת על רכיבי בית חכם ממותגים שונים ומציעה תרחישים חכמים, אך מתבססת בעיקר על אוטומציות מוגדרות מראש ואקוסיסטם סגור יחסית. Homey מציעה רכזת פתוחה במיוחד שמאגדת מכשירים ממגוון יצרנים ופרוטוקולים תחת אפליקציה אחת, אך אינה כוללת שירות התקנה מובנה או שכבת שירות מקיפה ללקוח. Loxone מצטיינת באוטומציות מתקדמות ובניהול חכם של אנרגיה ובטיחות, אך פונה בעיקר לפרויקטים מורכבים ולבתים מתוכננים מראש. FIBARO מאפשרת שליטה מרחוק, שילוב מותגים שונים והתקנה מקצועית, אך יכולות הלמידה והאוטומציה שלה מוגבלות יחסית ואינן מהוות מוח לומד של הבית. לעומת פתרונות אלו, הפלטפורמה שלנו עונה על שלושת הצרכים המרכזיים גם יחד: שליטה מרחוק על רכיבי בית חכם בודדים, אפליקציה אחת מאוחדת לכל הבית ללא תלות במותג, ולמידת שגרת הבית לצורך יצירת אוטומציות חכמות לחיסכון ובטיחות, ובכך מציעה חוויית בית חכם מלאה, פשוטה ואמיתית.</a:t>
            </a:r>
            <a:endParaRPr sz="1200">
              <a:solidFill>
                <a:schemeClr val="lt1"/>
              </a:solidFill>
              <a:latin typeface="Rubik"/>
              <a:ea typeface="Rubik"/>
              <a:cs typeface="Rubik"/>
              <a:sym typeface="Rubik"/>
            </a:endParaRPr>
          </a:p>
        </p:txBody>
      </p:sp>
      <p:sp>
        <p:nvSpPr>
          <p:cNvPr id="674" name="Google Shape;674;p7"/>
          <p:cNvSpPr txBox="1"/>
          <p:nvPr/>
        </p:nvSpPr>
        <p:spPr>
          <a:xfrm>
            <a:off x="4114950" y="13256525"/>
            <a:ext cx="3174900" cy="609600"/>
          </a:xfrm>
          <a:prstGeom prst="rect">
            <a:avLst/>
          </a:prstGeom>
          <a:noFill/>
          <a:ln>
            <a:noFill/>
          </a:ln>
        </p:spPr>
        <p:txBody>
          <a:bodyPr anchorCtr="0" anchor="ctr" bIns="22850" lIns="0" spcFirstLastPara="1" rIns="46800" wrap="square" tIns="22850">
            <a:noAutofit/>
          </a:bodyPr>
          <a:lstStyle/>
          <a:p>
            <a:pPr indent="0" lvl="0" marL="0" marR="0" rtl="1" algn="r">
              <a:lnSpc>
                <a:spcPct val="130000"/>
              </a:lnSpc>
              <a:spcBef>
                <a:spcPts val="0"/>
              </a:spcBef>
              <a:spcAft>
                <a:spcPts val="1000"/>
              </a:spcAft>
              <a:buNone/>
            </a:pPr>
            <a:r>
              <a:rPr b="1" lang="iw-IL" sz="1000">
                <a:solidFill>
                  <a:schemeClr val="lt1"/>
                </a:solidFill>
                <a:latin typeface="Rubik"/>
                <a:ea typeface="Rubik"/>
                <a:cs typeface="Rubik"/>
                <a:sym typeface="Rubik"/>
              </a:rPr>
              <a:t>מסקירת שווקי הפתרונות לבתים חכמים, ניכר כי הם נמצאים בצמיחה ובעלייה מתמדת:</a:t>
            </a:r>
            <a:endParaRPr b="1" sz="1000">
              <a:solidFill>
                <a:schemeClr val="lt1"/>
              </a:solidFill>
              <a:latin typeface="Rubik"/>
              <a:ea typeface="Rubik"/>
              <a:cs typeface="Rubik"/>
              <a:sym typeface="Rubik"/>
            </a:endParaRPr>
          </a:p>
        </p:txBody>
      </p:sp>
      <p:grpSp>
        <p:nvGrpSpPr>
          <p:cNvPr id="675" name="Google Shape;675;p7"/>
          <p:cNvGrpSpPr/>
          <p:nvPr/>
        </p:nvGrpSpPr>
        <p:grpSpPr>
          <a:xfrm>
            <a:off x="371560" y="22633099"/>
            <a:ext cx="3611690" cy="2255602"/>
            <a:chOff x="371560" y="22633099"/>
            <a:chExt cx="3611690" cy="2255602"/>
          </a:xfrm>
        </p:grpSpPr>
        <p:pic>
          <p:nvPicPr>
            <p:cNvPr id="676" name="Google Shape;676;p7"/>
            <p:cNvPicPr preferRelativeResize="0"/>
            <p:nvPr/>
          </p:nvPicPr>
          <p:blipFill>
            <a:blip r:embed="rId4">
              <a:alphaModFix/>
            </a:blip>
            <a:stretch>
              <a:fillRect/>
            </a:stretch>
          </p:blipFill>
          <p:spPr>
            <a:xfrm>
              <a:off x="371560" y="22633099"/>
              <a:ext cx="3592478" cy="1934699"/>
            </a:xfrm>
            <a:prstGeom prst="rect">
              <a:avLst/>
            </a:prstGeom>
            <a:noFill/>
            <a:ln cap="flat" cmpd="sng" w="38100">
              <a:solidFill>
                <a:srgbClr val="F1C40F"/>
              </a:solidFill>
              <a:prstDash val="solid"/>
              <a:round/>
              <a:headEnd len="sm" w="sm" type="none"/>
              <a:tailEnd len="sm" w="sm" type="none"/>
            </a:ln>
            <a:effectLst>
              <a:outerShdw blurRad="42863" rotWithShape="0" algn="bl" dir="5340001" dist="19050">
                <a:srgbClr val="666666">
                  <a:alpha val="50000"/>
                </a:srgbClr>
              </a:outerShdw>
            </a:effectLst>
          </p:spPr>
        </p:pic>
        <p:sp>
          <p:nvSpPr>
            <p:cNvPr id="677" name="Google Shape;677;p7"/>
            <p:cNvSpPr txBox="1"/>
            <p:nvPr/>
          </p:nvSpPr>
          <p:spPr>
            <a:xfrm>
              <a:off x="1073850" y="24739901"/>
              <a:ext cx="2909400" cy="148800"/>
            </a:xfrm>
            <a:prstGeom prst="rect">
              <a:avLst/>
            </a:prstGeom>
            <a:noFill/>
            <a:ln>
              <a:noFill/>
            </a:ln>
          </p:spPr>
          <p:txBody>
            <a:bodyPr anchorCtr="0" anchor="t" bIns="22850" lIns="0" spcFirstLastPara="1" rIns="46800" wrap="square" tIns="22850">
              <a:noAutofit/>
            </a:bodyPr>
            <a:lstStyle/>
            <a:p>
              <a:pPr indent="0" lvl="0" marL="0" marR="0" rtl="1" algn="r">
                <a:lnSpc>
                  <a:spcPct val="130000"/>
                </a:lnSpc>
                <a:spcBef>
                  <a:spcPts val="0"/>
                </a:spcBef>
                <a:spcAft>
                  <a:spcPts val="1000"/>
                </a:spcAft>
                <a:buNone/>
              </a:pPr>
              <a:r>
                <a:rPr lang="iw-IL" sz="1000">
                  <a:solidFill>
                    <a:schemeClr val="lt1"/>
                  </a:solidFill>
                  <a:latin typeface="Rubik"/>
                  <a:ea typeface="Rubik"/>
                  <a:cs typeface="Rubik"/>
                  <a:sym typeface="Rubik"/>
                </a:rPr>
                <a:t>* על בסיס תכנית פיננסית, הערכה ראשונית.</a:t>
              </a:r>
              <a:endParaRPr sz="1000">
                <a:solidFill>
                  <a:schemeClr val="lt1"/>
                </a:solidFill>
                <a:latin typeface="Rubik"/>
                <a:ea typeface="Rubik"/>
                <a:cs typeface="Rubik"/>
                <a:sym typeface="Rubik"/>
              </a:endParaRPr>
            </a:p>
          </p:txBody>
        </p:sp>
      </p:grpSp>
      <p:sp>
        <p:nvSpPr>
          <p:cNvPr id="678" name="Google Shape;678;p7"/>
          <p:cNvSpPr txBox="1"/>
          <p:nvPr/>
        </p:nvSpPr>
        <p:spPr>
          <a:xfrm>
            <a:off x="2254125" y="31398475"/>
            <a:ext cx="3397500" cy="380100"/>
          </a:xfrm>
          <a:prstGeom prst="rect">
            <a:avLst/>
          </a:prstGeom>
          <a:noFill/>
          <a:ln>
            <a:noFill/>
          </a:ln>
        </p:spPr>
        <p:txBody>
          <a:bodyPr anchorCtr="0" anchor="t" bIns="22850" lIns="0" spcFirstLastPara="1" rIns="46800" wrap="square" tIns="22850">
            <a:noAutofit/>
          </a:bodyPr>
          <a:lstStyle/>
          <a:p>
            <a:pPr indent="0" lvl="0" marL="0" marR="0" rtl="1" algn="ctr">
              <a:lnSpc>
                <a:spcPct val="130000"/>
              </a:lnSpc>
              <a:spcBef>
                <a:spcPts val="0"/>
              </a:spcBef>
              <a:spcAft>
                <a:spcPts val="1000"/>
              </a:spcAft>
              <a:buNone/>
            </a:pPr>
            <a:r>
              <a:rPr b="1" lang="iw-IL" sz="2400">
                <a:solidFill>
                  <a:schemeClr val="lt1"/>
                </a:solidFill>
                <a:latin typeface="Rubik"/>
                <a:ea typeface="Rubik"/>
                <a:cs typeface="Rubik"/>
                <a:sym typeface="Rubik"/>
              </a:rPr>
              <a:t>לצורך כך אנחנו מגייסים </a:t>
            </a:r>
            <a:endParaRPr b="1" sz="2400">
              <a:solidFill>
                <a:schemeClr val="lt1"/>
              </a:solidFill>
              <a:latin typeface="Rubik"/>
              <a:ea typeface="Rubik"/>
              <a:cs typeface="Rubik"/>
              <a:sym typeface="Rubik"/>
            </a:endParaRPr>
          </a:p>
        </p:txBody>
      </p:sp>
      <p:sp>
        <p:nvSpPr>
          <p:cNvPr id="679" name="Google Shape;679;p7"/>
          <p:cNvSpPr txBox="1"/>
          <p:nvPr/>
        </p:nvSpPr>
        <p:spPr>
          <a:xfrm>
            <a:off x="377075" y="28809250"/>
            <a:ext cx="2347200" cy="954900"/>
          </a:xfrm>
          <a:prstGeom prst="rect">
            <a:avLst/>
          </a:prstGeom>
          <a:noFill/>
          <a:ln>
            <a:noFill/>
          </a:ln>
        </p:spPr>
        <p:txBody>
          <a:bodyPr anchorCtr="0" anchor="ctr" bIns="22850" lIns="0" spcFirstLastPara="1" rIns="46800" wrap="square" tIns="22850">
            <a:noAutofit/>
          </a:bodyPr>
          <a:lstStyle/>
          <a:p>
            <a:pPr indent="0" lvl="0" marL="0" marR="0" rtl="1" algn="l">
              <a:lnSpc>
                <a:spcPct val="130000"/>
              </a:lnSpc>
              <a:spcBef>
                <a:spcPts val="0"/>
              </a:spcBef>
              <a:spcAft>
                <a:spcPts val="1000"/>
              </a:spcAft>
              <a:buNone/>
            </a:pPr>
            <a:r>
              <a:rPr lang="iw-IL" sz="1200">
                <a:solidFill>
                  <a:schemeClr val="lt1"/>
                </a:solidFill>
                <a:latin typeface="Rubik"/>
                <a:ea typeface="Rubik"/>
                <a:cs typeface="Rubik"/>
                <a:sym typeface="Rubik"/>
              </a:rPr>
              <a:t>מטרת הגיוס היא פיתוח ראשוני של המוצר וביצוע פיילוט בקרב לקוחות ראשונים.</a:t>
            </a:r>
            <a:endParaRPr b="1" sz="1200">
              <a:solidFill>
                <a:schemeClr val="lt1"/>
              </a:solidFill>
              <a:latin typeface="Rubik"/>
              <a:ea typeface="Rubik"/>
              <a:cs typeface="Rubik"/>
              <a:sym typeface="Rubik"/>
            </a:endParaRPr>
          </a:p>
        </p:txBody>
      </p:sp>
      <p:sp>
        <p:nvSpPr>
          <p:cNvPr id="680" name="Google Shape;680;p7"/>
          <p:cNvSpPr txBox="1"/>
          <p:nvPr/>
        </p:nvSpPr>
        <p:spPr>
          <a:xfrm>
            <a:off x="3658050" y="1697494"/>
            <a:ext cx="2862900" cy="698400"/>
          </a:xfrm>
          <a:prstGeom prst="rect">
            <a:avLst/>
          </a:prstGeom>
          <a:noFill/>
          <a:ln>
            <a:noFill/>
          </a:ln>
        </p:spPr>
        <p:txBody>
          <a:bodyPr anchorCtr="0" anchor="ctr" bIns="22850" lIns="45725" spcFirstLastPara="1" rIns="45725" wrap="square" tIns="22850">
            <a:noAutofit/>
          </a:bodyPr>
          <a:lstStyle/>
          <a:p>
            <a:pPr indent="0" lvl="0" marL="0" marR="0" rtl="0" algn="r">
              <a:lnSpc>
                <a:spcPct val="100000"/>
              </a:lnSpc>
              <a:spcBef>
                <a:spcPts val="0"/>
              </a:spcBef>
              <a:spcAft>
                <a:spcPts val="0"/>
              </a:spcAft>
              <a:buClr>
                <a:srgbClr val="000000"/>
              </a:buClr>
              <a:buSzPts val="3300"/>
              <a:buFont typeface="Arial"/>
              <a:buNone/>
            </a:pPr>
            <a:r>
              <a:rPr b="1" lang="iw-IL" sz="4700">
                <a:solidFill>
                  <a:srgbClr val="F1C40F"/>
                </a:solidFill>
                <a:latin typeface="Assistant"/>
                <a:ea typeface="Assistant"/>
                <a:cs typeface="Assistant"/>
                <a:sym typeface="Assistant"/>
              </a:rPr>
              <a:t>FantaTech</a:t>
            </a:r>
            <a:endParaRPr b="1" i="0" sz="4700" u="none" cap="none" strike="noStrike">
              <a:solidFill>
                <a:srgbClr val="F1C40F"/>
              </a:solidFill>
              <a:latin typeface="Assistant"/>
              <a:ea typeface="Assistant"/>
              <a:cs typeface="Assistant"/>
              <a:sym typeface="Assistant"/>
            </a:endParaRPr>
          </a:p>
        </p:txBody>
      </p:sp>
      <p:sp>
        <p:nvSpPr>
          <p:cNvPr id="681" name="Google Shape;681;p7"/>
          <p:cNvSpPr txBox="1"/>
          <p:nvPr/>
        </p:nvSpPr>
        <p:spPr>
          <a:xfrm>
            <a:off x="3038475" y="2494875"/>
            <a:ext cx="3794100" cy="698400"/>
          </a:xfrm>
          <a:prstGeom prst="rect">
            <a:avLst/>
          </a:prstGeom>
          <a:noFill/>
          <a:ln>
            <a:noFill/>
          </a:ln>
        </p:spPr>
        <p:txBody>
          <a:bodyPr anchorCtr="0" anchor="ctr" bIns="22850" lIns="45725" spcFirstLastPara="1" rIns="45725" wrap="square" tIns="22850">
            <a:noAutofit/>
          </a:bodyPr>
          <a:lstStyle/>
          <a:p>
            <a:pPr indent="0" lvl="0" marL="0" marR="0" rtl="0" algn="r">
              <a:lnSpc>
                <a:spcPct val="100000"/>
              </a:lnSpc>
              <a:spcBef>
                <a:spcPts val="0"/>
              </a:spcBef>
              <a:spcAft>
                <a:spcPts val="0"/>
              </a:spcAft>
              <a:buNone/>
            </a:pPr>
            <a:r>
              <a:rPr lang="iw-IL">
                <a:solidFill>
                  <a:schemeClr val="lt1"/>
                </a:solidFill>
                <a:latin typeface="Rubik"/>
                <a:ea typeface="Rubik"/>
                <a:cs typeface="Rubik"/>
                <a:sym typeface="Rubik"/>
              </a:rPr>
              <a:t>בית חכם, באמת - כל המערכות תחת ממשק אחד</a:t>
            </a:r>
            <a:endParaRPr>
              <a:solidFill>
                <a:schemeClr val="lt1"/>
              </a:solidFill>
              <a:latin typeface="Rubik"/>
              <a:ea typeface="Rubik"/>
              <a:cs typeface="Rubik"/>
              <a:sym typeface="Rubik"/>
            </a:endParaRPr>
          </a:p>
        </p:txBody>
      </p:sp>
      <p:sp>
        <p:nvSpPr>
          <p:cNvPr id="682" name="Google Shape;682;p7"/>
          <p:cNvSpPr txBox="1"/>
          <p:nvPr/>
        </p:nvSpPr>
        <p:spPr>
          <a:xfrm>
            <a:off x="5423250" y="706923"/>
            <a:ext cx="1409400" cy="891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a:solidFill>
                <a:schemeClr val="lt1"/>
              </a:solidFill>
            </a:endParaRPr>
          </a:p>
        </p:txBody>
      </p:sp>
      <p:sp>
        <p:nvSpPr>
          <p:cNvPr id="683" name="Google Shape;683;p7"/>
          <p:cNvSpPr txBox="1"/>
          <p:nvPr/>
        </p:nvSpPr>
        <p:spPr>
          <a:xfrm>
            <a:off x="4321300" y="3924300"/>
            <a:ext cx="2968500" cy="4380600"/>
          </a:xfrm>
          <a:prstGeom prst="rect">
            <a:avLst/>
          </a:prstGeom>
          <a:noFill/>
          <a:ln>
            <a:noFill/>
          </a:ln>
        </p:spPr>
        <p:txBody>
          <a:bodyPr anchorCtr="0" anchor="ctr" bIns="22850" lIns="0" spcFirstLastPara="1" rIns="46800" wrap="square" tIns="22850">
            <a:noAutofit/>
          </a:bodyPr>
          <a:lstStyle/>
          <a:p>
            <a:pPr indent="0" lvl="0" marL="0" marR="0" rtl="1" algn="just">
              <a:lnSpc>
                <a:spcPct val="130000"/>
              </a:lnSpc>
              <a:spcBef>
                <a:spcPts val="0"/>
              </a:spcBef>
              <a:spcAft>
                <a:spcPts val="1000"/>
              </a:spcAft>
              <a:buNone/>
            </a:pPr>
            <a:r>
              <a:rPr lang="iw-IL" sz="1200">
                <a:solidFill>
                  <a:schemeClr val="lt1"/>
                </a:solidFill>
                <a:latin typeface="Rubik"/>
                <a:ea typeface="Rubik"/>
                <a:cs typeface="Rubik"/>
                <a:sym typeface="Rubik"/>
              </a:rPr>
              <a:t>שוק הבית החכם בישראל ובעולם מוצף במוצרים, חיישנים ואפליקציות, אך בפועל אינו מספק חוויית בית חכם אמיתית. משתמשים שמתקינים מערכות חכמות נאלצים לנהל את הבית דרך חמש עד עשר אפליקציות שונות, כאשר כל אחת שולטת על רכיב נפרד כמו תאורה, תריסים, מצלמות, מיזוג, אינטרקום, חיישני גז ורשת האינטרנט. הפיצול הזה יוצר חוויית שימוש מסורבלת, מונע תיאום בין המערכות, ואינו מאפשר לבית לפעול כיחידה אחת חכמה. כתוצאה מכך, הבית אינו מגיב להתנהגות הדיירים, אינו מפעיל אוטומציות בזמן אמת, אינו חוסך באנרגיה בצורה מבוססת נתונים, ואינו מספק רמת בטיחות ואבטחה אוטומטית בעת יציאה מהבית. במקום בית חכם שעובד עבור המשתמש, נוצר אוסף של מערכות מנותקות שמכבידות על התפעול ומפספסות את הפוטנציאל האמיתי של התחום.</a:t>
            </a:r>
            <a:endParaRPr sz="1200">
              <a:solidFill>
                <a:schemeClr val="lt1"/>
              </a:solidFill>
              <a:latin typeface="Rubik"/>
              <a:ea typeface="Rubik"/>
              <a:cs typeface="Rubik"/>
              <a:sym typeface="Rubik"/>
            </a:endParaRPr>
          </a:p>
        </p:txBody>
      </p:sp>
      <p:sp>
        <p:nvSpPr>
          <p:cNvPr id="684" name="Google Shape;684;p7"/>
          <p:cNvSpPr txBox="1"/>
          <p:nvPr/>
        </p:nvSpPr>
        <p:spPr>
          <a:xfrm>
            <a:off x="4967400" y="3225150"/>
            <a:ext cx="1202100" cy="1374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Clr>
                <a:srgbClr val="000000"/>
              </a:buClr>
              <a:buSzPts val="3300"/>
              <a:buFont typeface="Arial"/>
              <a:buNone/>
            </a:pPr>
            <a:r>
              <a:rPr b="1" lang="iw-IL" sz="2400">
                <a:solidFill>
                  <a:srgbClr val="F1C40F"/>
                </a:solidFill>
                <a:latin typeface="Rubik"/>
                <a:ea typeface="Rubik"/>
                <a:cs typeface="Rubik"/>
                <a:sym typeface="Rubik"/>
              </a:rPr>
              <a:t>הצורך.</a:t>
            </a:r>
            <a:endParaRPr b="1" i="0" sz="2400" u="none" cap="none" strike="noStrike">
              <a:solidFill>
                <a:srgbClr val="F1C40F"/>
              </a:solidFill>
              <a:latin typeface="Rubik"/>
              <a:ea typeface="Rubik"/>
              <a:cs typeface="Rubik"/>
              <a:sym typeface="Rubik"/>
            </a:endParaRPr>
          </a:p>
        </p:txBody>
      </p:sp>
      <p:sp>
        <p:nvSpPr>
          <p:cNvPr id="685" name="Google Shape;685;p7"/>
          <p:cNvSpPr txBox="1"/>
          <p:nvPr/>
        </p:nvSpPr>
        <p:spPr>
          <a:xfrm>
            <a:off x="806550" y="8912225"/>
            <a:ext cx="6483300" cy="1460400"/>
          </a:xfrm>
          <a:prstGeom prst="rect">
            <a:avLst/>
          </a:prstGeom>
          <a:noFill/>
          <a:ln>
            <a:noFill/>
          </a:ln>
        </p:spPr>
        <p:txBody>
          <a:bodyPr anchorCtr="0" anchor="ctr" bIns="22850" lIns="0" spcFirstLastPara="1" rIns="46800" wrap="square" tIns="22850">
            <a:noAutofit/>
          </a:bodyPr>
          <a:lstStyle/>
          <a:p>
            <a:pPr indent="0" lvl="0" marL="0" rtl="1" algn="just">
              <a:lnSpc>
                <a:spcPct val="130000"/>
              </a:lnSpc>
              <a:spcBef>
                <a:spcPts val="0"/>
              </a:spcBef>
              <a:spcAft>
                <a:spcPts val="1000"/>
              </a:spcAft>
              <a:buNone/>
            </a:pPr>
            <a:r>
              <a:rPr lang="iw-IL" sz="1200">
                <a:solidFill>
                  <a:schemeClr val="lt1"/>
                </a:solidFill>
                <a:latin typeface="Rubik"/>
                <a:ea typeface="Rubik"/>
                <a:cs typeface="Rubik"/>
                <a:sym typeface="Rubik"/>
              </a:rPr>
              <a:t>הפלטפורמה שלנו מציעה פתרון מקיף לבית החכם, המאחד את כל המערכות הקיימות בבית תחת ממשק אחד פשוט ונוח לשימוש. האפליקציה משמשת כמוח המרכזי של הבית, ומאפשרת חיבור ושליטה בכל רכיבי הבית החכם ללא תלות ביצרן או בפרוטוקול. המערכת לומדת את שגרת הבית ומייצרת אוטומציות חכמות, כמו כיבוי אורות ומיזוג בעת יציאה מהבית, הפעלת מערכות אבטחה והתראות בטיחות בזמן אמת. בנוסף, הפלטפורמה כוללת מרקטפלייס מובנה לרכישת רכיבים ושירותי התקנה, ניתוח וניטור צריכת חשמל עם המלצות לחיסכון אנרגטי, ותוכן ומדריכים שמלווים את המשתמש לאורך חיי הבית. כך נוצר בית חכם אמיתי, אוטומטי, בטוח וחסכוני, הפועל מאחורי הקלעים תחת מערכת אחת אחודה.</a:t>
            </a:r>
            <a:endParaRPr sz="1200">
              <a:solidFill>
                <a:schemeClr val="lt1"/>
              </a:solidFill>
              <a:latin typeface="Rubik"/>
              <a:ea typeface="Rubik"/>
              <a:cs typeface="Rubik"/>
              <a:sym typeface="Rubik"/>
            </a:endParaRPr>
          </a:p>
        </p:txBody>
      </p:sp>
      <p:sp>
        <p:nvSpPr>
          <p:cNvPr id="686" name="Google Shape;686;p7"/>
          <p:cNvSpPr txBox="1"/>
          <p:nvPr/>
        </p:nvSpPr>
        <p:spPr>
          <a:xfrm>
            <a:off x="806550" y="11314913"/>
            <a:ext cx="6483300" cy="1115400"/>
          </a:xfrm>
          <a:prstGeom prst="rect">
            <a:avLst/>
          </a:prstGeom>
          <a:noFill/>
          <a:ln>
            <a:noFill/>
          </a:ln>
        </p:spPr>
        <p:txBody>
          <a:bodyPr anchorCtr="0" anchor="ctr" bIns="22850" lIns="0" spcFirstLastPara="1" rIns="46800" wrap="square" tIns="22850">
            <a:noAutofit/>
          </a:bodyPr>
          <a:lstStyle/>
          <a:p>
            <a:pPr indent="0" lvl="0" marL="0" rtl="1" algn="just">
              <a:lnSpc>
                <a:spcPct val="130000"/>
              </a:lnSpc>
              <a:spcBef>
                <a:spcPts val="0"/>
              </a:spcBef>
              <a:spcAft>
                <a:spcPts val="1000"/>
              </a:spcAft>
              <a:buNone/>
            </a:pPr>
            <a:r>
              <a:rPr lang="iw-IL" sz="1200">
                <a:solidFill>
                  <a:schemeClr val="lt1"/>
                </a:solidFill>
                <a:latin typeface="Rubik"/>
                <a:ea typeface="Rubik"/>
                <a:cs typeface="Rubik"/>
                <a:sym typeface="Rubik"/>
              </a:rPr>
              <a:t>הפתרון שלנו מיועד למגוון קהלים, כולל בעלי בתים פרטיים, מתקיני מערכות חכמות וספקי שירותים בתחום הבית החכם. עבור בעלי הבתים, הפלטפורמה מספקת חוויית בית חכם אמיתית ונוחה, המאפשרת שליטה מלאה ואוטומציה של כל המערכות הביתיות תחת ממשק אחד, מה שמוביל לחיסכון באנרגיה ושיפור הבטיחות. מתקיני ומשתמשי מערכות חכמות ייהנו ממרקטפלייס מובנה המאפשר רכישת רכיבים ושירותי התקנה בצורה פשוטה ומהירה, מה שמייעל את עבודתם ומגדיל את הכנסותיהם. ספקי השירותים ימצאו בפלטפורמה הזדמנויות חדשות לשיתוף פעולה והרחבת קהל הלקוחות שלהם, בעזרת תכנים ומדריכים שמלווים את המשתמשים לאורך חיי הבית. כך, כל קהל יעד מקבל ערך מוסף ייחודי המותאם לצרכיו, מה שהופך את הפלטפורמה לפתרון מקיף ומוביל בתחום הבית החכם.</a:t>
            </a:r>
            <a:endParaRPr sz="1200">
              <a:solidFill>
                <a:schemeClr val="lt1"/>
              </a:solidFill>
              <a:latin typeface="Rubik"/>
              <a:ea typeface="Rubik"/>
              <a:cs typeface="Rubik"/>
              <a:sym typeface="Rubik"/>
            </a:endParaRPr>
          </a:p>
        </p:txBody>
      </p:sp>
      <p:sp>
        <p:nvSpPr>
          <p:cNvPr id="687" name="Google Shape;687;p7"/>
          <p:cNvSpPr txBox="1"/>
          <p:nvPr/>
        </p:nvSpPr>
        <p:spPr>
          <a:xfrm>
            <a:off x="361875" y="13256525"/>
            <a:ext cx="3476100" cy="3342900"/>
          </a:xfrm>
          <a:prstGeom prst="rect">
            <a:avLst/>
          </a:prstGeom>
          <a:noFill/>
          <a:ln>
            <a:noFill/>
          </a:ln>
        </p:spPr>
        <p:txBody>
          <a:bodyPr anchorCtr="0" anchor="ctr" bIns="22850" lIns="0" spcFirstLastPara="1" rIns="46800" wrap="square" tIns="22850">
            <a:noAutofit/>
          </a:bodyPr>
          <a:lstStyle/>
          <a:p>
            <a:pPr indent="-304800" lvl="0" marL="457200" marR="0" rtl="1" algn="just">
              <a:lnSpc>
                <a:spcPct val="115000"/>
              </a:lnSpc>
              <a:spcBef>
                <a:spcPts val="0"/>
              </a:spcBef>
              <a:spcAft>
                <a:spcPts val="0"/>
              </a:spcAft>
              <a:buClr>
                <a:schemeClr val="lt1"/>
              </a:buClr>
              <a:buSzPts val="1200"/>
              <a:buFont typeface="Rubik"/>
              <a:buChar char="●"/>
            </a:pPr>
            <a:r>
              <a:rPr lang="iw-IL" sz="1200">
                <a:solidFill>
                  <a:schemeClr val="lt1"/>
                </a:solidFill>
                <a:latin typeface="Rubik"/>
                <a:ea typeface="Rubik"/>
                <a:cs typeface="Rubik"/>
                <a:sym typeface="Rubik"/>
              </a:rPr>
              <a:t>גודל שוק הבתים החכמים העולמי צפוי להגיע לסכום של 537.3 מיליארד דולר עד 2030. ב-2024 עמד השוק על סכום של 127.8 מיליארד (קצב צמיחה שנתי של 27%)</a:t>
            </a:r>
            <a:endParaRPr sz="1200">
              <a:solidFill>
                <a:schemeClr val="lt1"/>
              </a:solidFill>
              <a:latin typeface="Rubik"/>
              <a:ea typeface="Rubik"/>
              <a:cs typeface="Rubik"/>
              <a:sym typeface="Rubik"/>
            </a:endParaRPr>
          </a:p>
          <a:p>
            <a:pPr indent="0" lvl="0" marL="457200" marR="0" rtl="1" algn="just">
              <a:lnSpc>
                <a:spcPct val="115000"/>
              </a:lnSpc>
              <a:spcBef>
                <a:spcPts val="400"/>
              </a:spcBef>
              <a:spcAft>
                <a:spcPts val="0"/>
              </a:spcAft>
              <a:buNone/>
            </a:pPr>
            <a:r>
              <a:rPr lang="iw-IL" sz="1200">
                <a:solidFill>
                  <a:schemeClr val="lt1"/>
                </a:solidFill>
                <a:latin typeface="Rubik"/>
                <a:ea typeface="Rubik"/>
                <a:cs typeface="Rubik"/>
                <a:sym typeface="Rubik"/>
              </a:rPr>
              <a:t>	</a:t>
            </a:r>
            <a:endParaRPr sz="1200">
              <a:solidFill>
                <a:schemeClr val="lt1"/>
              </a:solidFill>
              <a:latin typeface="Rubik"/>
              <a:ea typeface="Rubik"/>
              <a:cs typeface="Rubik"/>
              <a:sym typeface="Rubik"/>
            </a:endParaRPr>
          </a:p>
          <a:p>
            <a:pPr indent="-304800" lvl="0" marL="457200" marR="0" rtl="1" algn="just">
              <a:lnSpc>
                <a:spcPct val="115000"/>
              </a:lnSpc>
              <a:spcBef>
                <a:spcPts val="400"/>
              </a:spcBef>
              <a:spcAft>
                <a:spcPts val="0"/>
              </a:spcAft>
              <a:buClr>
                <a:schemeClr val="lt1"/>
              </a:buClr>
              <a:buSzPts val="1200"/>
              <a:buFont typeface="Rubik"/>
              <a:buChar char="●"/>
            </a:pPr>
            <a:r>
              <a:rPr lang="iw-IL" sz="1200">
                <a:solidFill>
                  <a:schemeClr val="lt1"/>
                </a:solidFill>
                <a:latin typeface="Rubik"/>
                <a:ea typeface="Rubik"/>
                <a:cs typeface="Rubik"/>
                <a:sym typeface="Rubik"/>
              </a:rPr>
              <a:t>גודל שוק האוטומציה לבתים חכמים בעולם צפוי להגיע לסכום של 445 מיליארד דולר עד 2030. ב-2023 עמד השוק על סכום של 82.04 מיליארד (קצב צמיחה שנתי של 27.3%)</a:t>
            </a:r>
            <a:endParaRPr sz="1200">
              <a:solidFill>
                <a:schemeClr val="lt1"/>
              </a:solidFill>
              <a:latin typeface="Rubik"/>
              <a:ea typeface="Rubik"/>
              <a:cs typeface="Rubik"/>
              <a:sym typeface="Rubik"/>
            </a:endParaRPr>
          </a:p>
          <a:p>
            <a:pPr indent="0" lvl="0" marL="457200" marR="0" rtl="1" algn="just">
              <a:lnSpc>
                <a:spcPct val="115000"/>
              </a:lnSpc>
              <a:spcBef>
                <a:spcPts val="400"/>
              </a:spcBef>
              <a:spcAft>
                <a:spcPts val="0"/>
              </a:spcAft>
              <a:buNone/>
            </a:pPr>
            <a:r>
              <a:rPr lang="iw-IL" sz="1200">
                <a:solidFill>
                  <a:schemeClr val="lt1"/>
                </a:solidFill>
                <a:latin typeface="Rubik"/>
                <a:ea typeface="Rubik"/>
                <a:cs typeface="Rubik"/>
                <a:sym typeface="Rubik"/>
              </a:rPr>
              <a:t>	</a:t>
            </a:r>
            <a:endParaRPr sz="1200">
              <a:solidFill>
                <a:schemeClr val="lt1"/>
              </a:solidFill>
              <a:latin typeface="Rubik"/>
              <a:ea typeface="Rubik"/>
              <a:cs typeface="Rubik"/>
              <a:sym typeface="Rubik"/>
            </a:endParaRPr>
          </a:p>
          <a:p>
            <a:pPr indent="-304800" lvl="0" marL="457200" marR="0" rtl="1" algn="just">
              <a:lnSpc>
                <a:spcPct val="115000"/>
              </a:lnSpc>
              <a:spcBef>
                <a:spcPts val="400"/>
              </a:spcBef>
              <a:spcAft>
                <a:spcPts val="0"/>
              </a:spcAft>
              <a:buClr>
                <a:schemeClr val="lt1"/>
              </a:buClr>
              <a:buSzPts val="1200"/>
              <a:buFont typeface="Rubik"/>
              <a:buChar char="●"/>
            </a:pPr>
            <a:r>
              <a:rPr lang="iw-IL" sz="1200">
                <a:solidFill>
                  <a:schemeClr val="lt1"/>
                </a:solidFill>
                <a:latin typeface="Rubik"/>
                <a:ea typeface="Rubik"/>
                <a:cs typeface="Rubik"/>
                <a:sym typeface="Rubik"/>
              </a:rPr>
              <a:t>גודל שוק שירותי ההתקנה לבתים חכמים צפוי להגיע לסכום של 32.25 מיליארד דולר עד 2032. ב-2023 עמד השוק על סכום של 4.68 מיליארד (קצב צמיחה שנתי של 23.92%)</a:t>
            </a:r>
            <a:endParaRPr sz="1200">
              <a:solidFill>
                <a:schemeClr val="lt1"/>
              </a:solidFill>
              <a:latin typeface="Rubik"/>
              <a:ea typeface="Rubik"/>
              <a:cs typeface="Rubik"/>
              <a:sym typeface="Rubik"/>
            </a:endParaRPr>
          </a:p>
        </p:txBody>
      </p:sp>
      <p:pic>
        <p:nvPicPr>
          <p:cNvPr id="688" name="Google Shape;688;p7"/>
          <p:cNvPicPr preferRelativeResize="0"/>
          <p:nvPr/>
        </p:nvPicPr>
        <p:blipFill rotWithShape="1">
          <a:blip r:embed="rId5">
            <a:alphaModFix/>
          </a:blip>
          <a:srcRect b="4949" l="0" r="0" t="17357"/>
          <a:stretch/>
        </p:blipFill>
        <p:spPr>
          <a:xfrm>
            <a:off x="361875" y="5371000"/>
            <a:ext cx="3397499" cy="2639525"/>
          </a:xfrm>
          <a:prstGeom prst="rect">
            <a:avLst/>
          </a:prstGeom>
          <a:noFill/>
          <a:ln cap="flat" cmpd="sng" w="28575">
            <a:solidFill>
              <a:schemeClr val="lt1"/>
            </a:solidFill>
            <a:prstDash val="solid"/>
            <a:round/>
            <a:headEnd len="sm" w="sm" type="none"/>
            <a:tailEnd len="sm" w="sm" type="none"/>
          </a:ln>
        </p:spPr>
      </p:pic>
      <p:grpSp>
        <p:nvGrpSpPr>
          <p:cNvPr id="689" name="Google Shape;689;p7"/>
          <p:cNvGrpSpPr/>
          <p:nvPr/>
        </p:nvGrpSpPr>
        <p:grpSpPr>
          <a:xfrm>
            <a:off x="321963" y="625851"/>
            <a:ext cx="2457425" cy="4670050"/>
            <a:chOff x="372750" y="442426"/>
            <a:chExt cx="2457425" cy="4670050"/>
          </a:xfrm>
        </p:grpSpPr>
        <p:pic>
          <p:nvPicPr>
            <p:cNvPr id="690" name="Google Shape;690;p7" title="5.png"/>
            <p:cNvPicPr preferRelativeResize="0"/>
            <p:nvPr/>
          </p:nvPicPr>
          <p:blipFill rotWithShape="1">
            <a:blip r:embed="rId6">
              <a:alphaModFix/>
            </a:blip>
            <a:srcRect b="2049" l="0" r="0" t="1741"/>
            <a:stretch/>
          </p:blipFill>
          <p:spPr>
            <a:xfrm>
              <a:off x="723050" y="628650"/>
              <a:ext cx="1878600" cy="3918124"/>
            </a:xfrm>
            <a:prstGeom prst="rect">
              <a:avLst/>
            </a:prstGeom>
            <a:noFill/>
            <a:ln>
              <a:noFill/>
            </a:ln>
          </p:spPr>
        </p:pic>
        <p:pic>
          <p:nvPicPr>
            <p:cNvPr id="691" name="Google Shape;691;p7"/>
            <p:cNvPicPr preferRelativeResize="0"/>
            <p:nvPr/>
          </p:nvPicPr>
          <p:blipFill rotWithShape="1">
            <a:blip r:embed="rId7">
              <a:alphaModFix/>
            </a:blip>
            <a:srcRect b="0" l="0" r="1342" t="0"/>
            <a:stretch/>
          </p:blipFill>
          <p:spPr>
            <a:xfrm>
              <a:off x="372750" y="442426"/>
              <a:ext cx="2457425" cy="4670050"/>
            </a:xfrm>
            <a:prstGeom prst="rect">
              <a:avLst/>
            </a:prstGeom>
            <a:noFill/>
            <a:ln>
              <a:noFill/>
            </a:ln>
          </p:spPr>
        </p:pic>
      </p:grpSp>
      <p:sp>
        <p:nvSpPr>
          <p:cNvPr id="692" name="Google Shape;692;p7"/>
          <p:cNvSpPr txBox="1"/>
          <p:nvPr/>
        </p:nvSpPr>
        <p:spPr>
          <a:xfrm>
            <a:off x="324250" y="36404550"/>
            <a:ext cx="6965700" cy="1187100"/>
          </a:xfrm>
          <a:prstGeom prst="rect">
            <a:avLst/>
          </a:prstGeom>
          <a:noFill/>
          <a:ln>
            <a:noFill/>
          </a:ln>
        </p:spPr>
        <p:txBody>
          <a:bodyPr anchorCtr="0" anchor="t" bIns="22850" lIns="0" spcFirstLastPara="1" rIns="46800" wrap="square" tIns="22850">
            <a:noAutofit/>
          </a:bodyPr>
          <a:lstStyle/>
          <a:p>
            <a:pPr indent="0" lvl="0" marL="0" rtl="1" algn="just">
              <a:lnSpc>
                <a:spcPct val="130000"/>
              </a:lnSpc>
              <a:spcBef>
                <a:spcPts val="0"/>
              </a:spcBef>
              <a:spcAft>
                <a:spcPts val="1000"/>
              </a:spcAft>
              <a:buNone/>
            </a:pPr>
            <a:r>
              <a:rPr lang="iw-IL" sz="1200">
                <a:solidFill>
                  <a:schemeClr val="lt1"/>
                </a:solidFill>
                <a:latin typeface="Rubik"/>
                <a:ea typeface="Rubik"/>
                <a:cs typeface="Rubik"/>
                <a:sym typeface="Rubik"/>
              </a:rPr>
              <a:t>פנטה פקדו הוא הנדסאי אלקטרוניקה בכיר בעל ניסיון מצטבר של עשרות שנים בפיתוח, אינטגרציה ובקרת איכות של מערכות אלקטרוניות מתקדמות. לאורך הקריירה שלו עסק בתכנון רכיבים ומערכות חכמות, עם התמחות במוצרים מקושרים ובמערכות בית חכם, הן ברמה החומרתית והן ברמת המערכת הכוללת. כיום הוא משמש כמנהל ולידציה ובקרת איכות של רכיבים אלקטרו אופטיים מתקדמים, תפקיד שמחייב ראייה מערכתית, דיוק הנדסי ועמידה בסטנדרטים גבוהים במיוחד. השילוב בין ניסיון טכנולוגי עמוק, הבנה מעשית של מערכות מורכבות וחשיפה מתמשכת לעולמות האוטומציה והקישוריות, מציב אותו בעמדה טבעית להובלת מיזם שמטרתו לפשט, לאחד ולשדרג את חוויית הבית החכם.</a:t>
            </a:r>
            <a:endParaRPr sz="1200">
              <a:solidFill>
                <a:schemeClr val="lt1"/>
              </a:solidFill>
              <a:latin typeface="Rubik"/>
              <a:ea typeface="Rubik"/>
              <a:cs typeface="Rubik"/>
              <a:sym typeface="Rubik"/>
            </a:endParaRPr>
          </a:p>
        </p:txBody>
      </p:sp>
      <p:sp>
        <p:nvSpPr>
          <p:cNvPr id="693" name="Google Shape;693;p7"/>
          <p:cNvSpPr/>
          <p:nvPr/>
        </p:nvSpPr>
        <p:spPr>
          <a:xfrm flipH="1" rot="10800000">
            <a:off x="6371125" y="3411843"/>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
          <p:cNvSpPr txBox="1"/>
          <p:nvPr/>
        </p:nvSpPr>
        <p:spPr>
          <a:xfrm>
            <a:off x="4114950" y="10431775"/>
            <a:ext cx="1749900" cy="537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900">
                <a:solidFill>
                  <a:srgbClr val="F1C40F"/>
                </a:solidFill>
                <a:latin typeface="Rubik"/>
                <a:ea typeface="Rubik"/>
                <a:cs typeface="Rubik"/>
                <a:sym typeface="Rubik"/>
              </a:rPr>
              <a:t>קהל היעד.</a:t>
            </a:r>
            <a:endParaRPr b="1" sz="2900">
              <a:solidFill>
                <a:srgbClr val="F1C40F"/>
              </a:solidFill>
              <a:latin typeface="Rubik"/>
              <a:ea typeface="Rubik"/>
              <a:cs typeface="Rubik"/>
              <a:sym typeface="Rubik"/>
            </a:endParaRPr>
          </a:p>
        </p:txBody>
      </p:sp>
      <p:sp>
        <p:nvSpPr>
          <p:cNvPr id="695" name="Google Shape;695;p7"/>
          <p:cNvSpPr/>
          <p:nvPr/>
        </p:nvSpPr>
        <p:spPr>
          <a:xfrm flipH="1" rot="10800000">
            <a:off x="5990125" y="10674518"/>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7"/>
          <p:cNvSpPr txBox="1"/>
          <p:nvPr/>
        </p:nvSpPr>
        <p:spPr>
          <a:xfrm>
            <a:off x="3886200" y="12708250"/>
            <a:ext cx="1749900" cy="537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400">
                <a:solidFill>
                  <a:srgbClr val="F1C40F"/>
                </a:solidFill>
                <a:latin typeface="Rubik"/>
                <a:ea typeface="Rubik"/>
                <a:cs typeface="Rubik"/>
                <a:sym typeface="Rubik"/>
              </a:rPr>
              <a:t>גודל השוק.</a:t>
            </a:r>
            <a:endParaRPr b="1" sz="2400">
              <a:solidFill>
                <a:srgbClr val="F1C40F"/>
              </a:solidFill>
              <a:latin typeface="Rubik"/>
              <a:ea typeface="Rubik"/>
              <a:cs typeface="Rubik"/>
              <a:sym typeface="Rubik"/>
            </a:endParaRPr>
          </a:p>
        </p:txBody>
      </p:sp>
      <p:sp>
        <p:nvSpPr>
          <p:cNvPr id="697" name="Google Shape;697;p7"/>
          <p:cNvSpPr/>
          <p:nvPr/>
        </p:nvSpPr>
        <p:spPr>
          <a:xfrm flipH="1" rot="10800000">
            <a:off x="5761525" y="12953293"/>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7"/>
          <p:cNvSpPr txBox="1"/>
          <p:nvPr/>
        </p:nvSpPr>
        <p:spPr>
          <a:xfrm>
            <a:off x="3759363" y="16040838"/>
            <a:ext cx="1749900" cy="537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400">
                <a:solidFill>
                  <a:srgbClr val="F1C40F"/>
                </a:solidFill>
                <a:latin typeface="Rubik"/>
                <a:ea typeface="Rubik"/>
                <a:cs typeface="Rubik"/>
                <a:sym typeface="Rubik"/>
              </a:rPr>
              <a:t>מצב השוק.</a:t>
            </a:r>
            <a:endParaRPr b="1" sz="2400">
              <a:solidFill>
                <a:srgbClr val="F1C40F"/>
              </a:solidFill>
              <a:latin typeface="Rubik"/>
              <a:ea typeface="Rubik"/>
              <a:cs typeface="Rubik"/>
              <a:sym typeface="Rubik"/>
            </a:endParaRPr>
          </a:p>
        </p:txBody>
      </p:sp>
      <p:sp>
        <p:nvSpPr>
          <p:cNvPr id="699" name="Google Shape;699;p7"/>
          <p:cNvSpPr/>
          <p:nvPr/>
        </p:nvSpPr>
        <p:spPr>
          <a:xfrm flipH="1" rot="10800000">
            <a:off x="5651613" y="16292843"/>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7"/>
          <p:cNvSpPr txBox="1"/>
          <p:nvPr/>
        </p:nvSpPr>
        <p:spPr>
          <a:xfrm>
            <a:off x="3448050" y="25636700"/>
            <a:ext cx="1749900" cy="537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400">
                <a:solidFill>
                  <a:srgbClr val="F1C40F"/>
                </a:solidFill>
                <a:latin typeface="Rubik"/>
                <a:ea typeface="Rubik"/>
                <a:cs typeface="Rubik"/>
                <a:sym typeface="Rubik"/>
              </a:rPr>
              <a:t>אבני דרך.</a:t>
            </a:r>
            <a:endParaRPr b="1" sz="2400">
              <a:solidFill>
                <a:srgbClr val="F1C40F"/>
              </a:solidFill>
              <a:latin typeface="Rubik"/>
              <a:ea typeface="Rubik"/>
              <a:cs typeface="Rubik"/>
              <a:sym typeface="Rubik"/>
            </a:endParaRPr>
          </a:p>
        </p:txBody>
      </p:sp>
      <p:sp>
        <p:nvSpPr>
          <p:cNvPr id="701" name="Google Shape;701;p7"/>
          <p:cNvSpPr/>
          <p:nvPr/>
        </p:nvSpPr>
        <p:spPr>
          <a:xfrm flipH="1" rot="10800000">
            <a:off x="5323375" y="25881743"/>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7"/>
          <p:cNvSpPr txBox="1"/>
          <p:nvPr/>
        </p:nvSpPr>
        <p:spPr>
          <a:xfrm>
            <a:off x="3658038" y="21357250"/>
            <a:ext cx="1749900" cy="537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400">
                <a:solidFill>
                  <a:srgbClr val="F1C40F"/>
                </a:solidFill>
                <a:latin typeface="Rubik"/>
                <a:ea typeface="Rubik"/>
                <a:cs typeface="Rubik"/>
                <a:sym typeface="Rubik"/>
              </a:rPr>
              <a:t>מודל עסקי.</a:t>
            </a:r>
            <a:endParaRPr b="1" sz="2400">
              <a:solidFill>
                <a:srgbClr val="F1C40F"/>
              </a:solidFill>
              <a:latin typeface="Rubik"/>
              <a:ea typeface="Rubik"/>
              <a:cs typeface="Rubik"/>
              <a:sym typeface="Rubik"/>
            </a:endParaRPr>
          </a:p>
        </p:txBody>
      </p:sp>
      <p:sp>
        <p:nvSpPr>
          <p:cNvPr id="703" name="Google Shape;703;p7"/>
          <p:cNvSpPr/>
          <p:nvPr/>
        </p:nvSpPr>
        <p:spPr>
          <a:xfrm flipH="1" rot="10800000">
            <a:off x="5533363" y="21602293"/>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1C40F"/>
              </a:solidFill>
            </a:endParaRPr>
          </a:p>
        </p:txBody>
      </p:sp>
      <p:sp>
        <p:nvSpPr>
          <p:cNvPr id="704" name="Google Shape;704;p7"/>
          <p:cNvSpPr/>
          <p:nvPr/>
        </p:nvSpPr>
        <p:spPr>
          <a:xfrm>
            <a:off x="7537150" y="-876300"/>
            <a:ext cx="369900" cy="38100000"/>
          </a:xfrm>
          <a:prstGeom prst="rect">
            <a:avLst/>
          </a:prstGeom>
          <a:solidFill>
            <a:srgbClr val="F1C40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7"/>
          <p:cNvSpPr txBox="1"/>
          <p:nvPr/>
        </p:nvSpPr>
        <p:spPr>
          <a:xfrm>
            <a:off x="1076525" y="32342975"/>
            <a:ext cx="5752800" cy="1308900"/>
          </a:xfrm>
          <a:prstGeom prst="rect">
            <a:avLst/>
          </a:prstGeom>
          <a:noFill/>
          <a:ln>
            <a:noFill/>
          </a:ln>
        </p:spPr>
        <p:txBody>
          <a:bodyPr anchorCtr="0" anchor="ctr" bIns="22850" lIns="45725" spcFirstLastPara="1" rIns="45725" wrap="square" tIns="22850">
            <a:noAutofit/>
          </a:bodyPr>
          <a:lstStyle/>
          <a:p>
            <a:pPr indent="0" lvl="0" marL="0" marR="0" rtl="1" algn="ctr">
              <a:lnSpc>
                <a:spcPct val="100000"/>
              </a:lnSpc>
              <a:spcBef>
                <a:spcPts val="0"/>
              </a:spcBef>
              <a:spcAft>
                <a:spcPts val="0"/>
              </a:spcAft>
              <a:buClr>
                <a:srgbClr val="000000"/>
              </a:buClr>
              <a:buSzPts val="3300"/>
              <a:buFont typeface="Arial"/>
              <a:buNone/>
            </a:pPr>
            <a:r>
              <a:rPr b="1" lang="iw-IL" sz="7200">
                <a:solidFill>
                  <a:schemeClr val="lt1"/>
                </a:solidFill>
                <a:latin typeface="Rubik"/>
                <a:ea typeface="Rubik"/>
                <a:cs typeface="Rubik"/>
                <a:sym typeface="Rubik"/>
              </a:rPr>
              <a:t>$245,000</a:t>
            </a:r>
            <a:endParaRPr b="1" i="0" sz="7200" cap="none" strike="noStrike">
              <a:solidFill>
                <a:schemeClr val="lt1"/>
              </a:solidFill>
              <a:latin typeface="Rubik"/>
              <a:ea typeface="Rubik"/>
              <a:cs typeface="Rubik"/>
              <a:sym typeface="Rubik"/>
            </a:endParaRPr>
          </a:p>
        </p:txBody>
      </p:sp>
      <p:grpSp>
        <p:nvGrpSpPr>
          <p:cNvPr id="706" name="Google Shape;706;p7"/>
          <p:cNvGrpSpPr/>
          <p:nvPr/>
        </p:nvGrpSpPr>
        <p:grpSpPr>
          <a:xfrm>
            <a:off x="324252" y="18375515"/>
            <a:ext cx="2574634" cy="2555326"/>
            <a:chOff x="324240" y="18110261"/>
            <a:chExt cx="2968562" cy="2946300"/>
          </a:xfrm>
        </p:grpSpPr>
        <p:sp>
          <p:nvSpPr>
            <p:cNvPr id="707" name="Google Shape;707;p7"/>
            <p:cNvSpPr/>
            <p:nvPr/>
          </p:nvSpPr>
          <p:spPr>
            <a:xfrm rot="5400000">
              <a:off x="255690" y="19652010"/>
              <a:ext cx="992700" cy="855600"/>
            </a:xfrm>
            <a:prstGeom prst="hexagon">
              <a:avLst>
                <a:gd fmla="val 35500" name="adj"/>
                <a:gd fmla="val 115470" name="vf"/>
              </a:avLst>
            </a:prstGeom>
            <a:solidFill>
              <a:srgbClr val="323F4F"/>
            </a:solidFill>
            <a:ln>
              <a:noFill/>
            </a:ln>
          </p:spPr>
          <p:txBody>
            <a:bodyPr anchorCtr="0" anchor="ctr" bIns="39625" lIns="79300" spcFirstLastPara="1" rIns="79300" wrap="square" tIns="39625">
              <a:noAutofit/>
            </a:bodyPr>
            <a:lstStyle/>
            <a:p>
              <a:pPr indent="0" lvl="0" marL="0" marR="0" rtl="0" algn="ctr">
                <a:spcBef>
                  <a:spcPts val="0"/>
                </a:spcBef>
                <a:spcAft>
                  <a:spcPts val="0"/>
                </a:spcAft>
                <a:buNone/>
              </a:pPr>
              <a:r>
                <a:t/>
              </a:r>
              <a:endParaRPr sz="1561">
                <a:solidFill>
                  <a:srgbClr val="FFFFFF"/>
                </a:solidFill>
                <a:latin typeface="Calibri"/>
                <a:ea typeface="Calibri"/>
                <a:cs typeface="Calibri"/>
                <a:sym typeface="Calibri"/>
              </a:endParaRPr>
            </a:p>
          </p:txBody>
        </p:sp>
        <p:sp>
          <p:nvSpPr>
            <p:cNvPr id="708" name="Google Shape;708;p7"/>
            <p:cNvSpPr/>
            <p:nvPr/>
          </p:nvSpPr>
          <p:spPr>
            <a:xfrm rot="5400000">
              <a:off x="549601" y="18313361"/>
              <a:ext cx="2946300" cy="2540100"/>
            </a:xfrm>
            <a:prstGeom prst="hexagon">
              <a:avLst>
                <a:gd fmla="val 35500" name="adj"/>
                <a:gd fmla="val 115470" name="vf"/>
              </a:avLst>
            </a:prstGeom>
            <a:noFill/>
            <a:ln cap="flat" cmpd="thickThin" w="38550">
              <a:solidFill>
                <a:srgbClr val="F1C40F"/>
              </a:solidFill>
              <a:prstDash val="solid"/>
              <a:miter lim="800000"/>
              <a:headEnd len="sm" w="sm" type="none"/>
              <a:tailEnd len="sm" w="sm" type="none"/>
            </a:ln>
          </p:spPr>
          <p:txBody>
            <a:bodyPr anchorCtr="0" anchor="ctr" bIns="39625" lIns="79300" spcFirstLastPara="1" rIns="79300" wrap="square" tIns="39625">
              <a:noAutofit/>
            </a:bodyPr>
            <a:lstStyle/>
            <a:p>
              <a:pPr indent="0" lvl="0" marL="0" marR="0" rtl="0" algn="ctr">
                <a:spcBef>
                  <a:spcPts val="0"/>
                </a:spcBef>
                <a:spcAft>
                  <a:spcPts val="0"/>
                </a:spcAft>
                <a:buNone/>
              </a:pPr>
              <a:r>
                <a:t/>
              </a:r>
              <a:endParaRPr sz="1561">
                <a:solidFill>
                  <a:srgbClr val="FFFFFF"/>
                </a:solidFill>
                <a:latin typeface="Calibri"/>
                <a:ea typeface="Calibri"/>
                <a:cs typeface="Calibri"/>
                <a:sym typeface="Calibri"/>
              </a:endParaRPr>
            </a:p>
          </p:txBody>
        </p:sp>
      </p:grpSp>
      <p:sp>
        <p:nvSpPr>
          <p:cNvPr id="709" name="Google Shape;709;p7"/>
          <p:cNvSpPr/>
          <p:nvPr/>
        </p:nvSpPr>
        <p:spPr>
          <a:xfrm flipH="1" rot="10800000">
            <a:off x="5323363" y="36073255"/>
            <a:ext cx="2574600" cy="33600"/>
          </a:xfrm>
          <a:prstGeom prst="rect">
            <a:avLst/>
          </a:prstGeom>
          <a:solidFill>
            <a:srgbClr val="F1C40F"/>
          </a:solidFill>
          <a:ln cap="flat" cmpd="sng" w="9525">
            <a:solidFill>
              <a:srgbClr val="F1C40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7"/>
          <p:cNvSpPr txBox="1"/>
          <p:nvPr/>
        </p:nvSpPr>
        <p:spPr>
          <a:xfrm>
            <a:off x="3448038" y="35866938"/>
            <a:ext cx="1749900" cy="537600"/>
          </a:xfrm>
          <a:prstGeom prst="rect">
            <a:avLst/>
          </a:prstGeom>
          <a:noFill/>
          <a:ln>
            <a:noFill/>
          </a:ln>
        </p:spPr>
        <p:txBody>
          <a:bodyPr anchorCtr="0" anchor="t" bIns="22850" lIns="45725" spcFirstLastPara="1" rIns="45725" wrap="square" tIns="22850">
            <a:noAutofit/>
          </a:bodyPr>
          <a:lstStyle/>
          <a:p>
            <a:pPr indent="0" lvl="0" marL="0" marR="0" rtl="1" algn="r">
              <a:lnSpc>
                <a:spcPct val="100000"/>
              </a:lnSpc>
              <a:spcBef>
                <a:spcPts val="0"/>
              </a:spcBef>
              <a:spcAft>
                <a:spcPts val="0"/>
              </a:spcAft>
              <a:buNone/>
            </a:pPr>
            <a:r>
              <a:rPr b="1" lang="iw-IL" sz="2400">
                <a:solidFill>
                  <a:srgbClr val="F1C40F"/>
                </a:solidFill>
                <a:latin typeface="Rubik"/>
                <a:ea typeface="Rubik"/>
                <a:cs typeface="Rubik"/>
                <a:sym typeface="Rubik"/>
              </a:rPr>
              <a:t>הצוות.</a:t>
            </a:r>
            <a:endParaRPr b="1" sz="2400">
              <a:solidFill>
                <a:srgbClr val="F1C40F"/>
              </a:solidFill>
              <a:latin typeface="Rubik"/>
              <a:ea typeface="Rubik"/>
              <a:cs typeface="Rubik"/>
              <a:sym typeface="Rubik"/>
            </a:endParaRPr>
          </a:p>
        </p:txBody>
      </p:sp>
      <p:grpSp>
        <p:nvGrpSpPr>
          <p:cNvPr id="711" name="Google Shape;711;p7"/>
          <p:cNvGrpSpPr/>
          <p:nvPr/>
        </p:nvGrpSpPr>
        <p:grpSpPr>
          <a:xfrm>
            <a:off x="395870" y="26751841"/>
            <a:ext cx="7646830" cy="2486373"/>
            <a:chOff x="605933" y="9443946"/>
            <a:chExt cx="10089497" cy="3280608"/>
          </a:xfrm>
        </p:grpSpPr>
        <p:sp>
          <p:nvSpPr>
            <p:cNvPr id="712" name="Google Shape;712;p7"/>
            <p:cNvSpPr/>
            <p:nvPr/>
          </p:nvSpPr>
          <p:spPr>
            <a:xfrm>
              <a:off x="605933" y="10621662"/>
              <a:ext cx="925174" cy="925175"/>
            </a:xfrm>
            <a:custGeom>
              <a:rect b="b" l="l" r="r" t="t"/>
              <a:pathLst>
                <a:path extrusionOk="0" h="925175" w="925174">
                  <a:moveTo>
                    <a:pt x="925175" y="462588"/>
                  </a:moveTo>
                  <a:cubicBezTo>
                    <a:pt x="925175" y="718068"/>
                    <a:pt x="718067" y="925175"/>
                    <a:pt x="462587" y="925175"/>
                  </a:cubicBezTo>
                  <a:cubicBezTo>
                    <a:pt x="207107" y="925175"/>
                    <a:pt x="0" y="718068"/>
                    <a:pt x="0" y="462588"/>
                  </a:cubicBezTo>
                  <a:cubicBezTo>
                    <a:pt x="0" y="207107"/>
                    <a:pt x="207107" y="0"/>
                    <a:pt x="462587" y="0"/>
                  </a:cubicBezTo>
                  <a:cubicBezTo>
                    <a:pt x="718067" y="0"/>
                    <a:pt x="925175" y="207107"/>
                    <a:pt x="925175" y="462588"/>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7"/>
            <p:cNvSpPr/>
            <p:nvPr/>
          </p:nvSpPr>
          <p:spPr>
            <a:xfrm>
              <a:off x="10540329" y="11006699"/>
              <a:ext cx="155101" cy="155102"/>
            </a:xfrm>
            <a:custGeom>
              <a:rect b="b" l="l" r="r" t="t"/>
              <a:pathLst>
                <a:path extrusionOk="0" h="155102" w="155101">
                  <a:moveTo>
                    <a:pt x="155102" y="77551"/>
                  </a:moveTo>
                  <a:cubicBezTo>
                    <a:pt x="155102" y="120381"/>
                    <a:pt x="120381" y="155102"/>
                    <a:pt x="77552" y="155102"/>
                  </a:cubicBezTo>
                  <a:cubicBezTo>
                    <a:pt x="34721" y="155102"/>
                    <a:pt x="1" y="120381"/>
                    <a:pt x="1" y="77551"/>
                  </a:cubicBezTo>
                  <a:cubicBezTo>
                    <a:pt x="1" y="34721"/>
                    <a:pt x="34722" y="0"/>
                    <a:pt x="77552" y="0"/>
                  </a:cubicBezTo>
                  <a:cubicBezTo>
                    <a:pt x="120382" y="0"/>
                    <a:pt x="155102" y="34721"/>
                    <a:pt x="155102" y="77551"/>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4" name="Google Shape;714;p7"/>
            <p:cNvSpPr/>
            <p:nvPr/>
          </p:nvSpPr>
          <p:spPr>
            <a:xfrm>
              <a:off x="1068520" y="11084250"/>
              <a:ext cx="9549359" cy="14308"/>
            </a:xfrm>
            <a:custGeom>
              <a:rect b="b" l="l" r="r" t="t"/>
              <a:pathLst>
                <a:path extrusionOk="0" h="14308" w="9549359">
                  <a:moveTo>
                    <a:pt x="0" y="0"/>
                  </a:moveTo>
                  <a:lnTo>
                    <a:pt x="9549360" y="0"/>
                  </a:lnTo>
                </a:path>
              </a:pathLst>
            </a:custGeom>
            <a:solidFill>
              <a:srgbClr val="F1C40F"/>
            </a:solidFill>
            <a:ln cap="flat" cmpd="sng" w="14300">
              <a:solidFill>
                <a:srgbClr val="F1C40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7"/>
            <p:cNvSpPr/>
            <p:nvPr/>
          </p:nvSpPr>
          <p:spPr>
            <a:xfrm>
              <a:off x="2146221" y="10899243"/>
              <a:ext cx="370012" cy="370012"/>
            </a:xfrm>
            <a:custGeom>
              <a:rect b="b" l="l" r="r" t="t"/>
              <a:pathLst>
                <a:path extrusionOk="0" h="370012" w="370012">
                  <a:moveTo>
                    <a:pt x="370013" y="185006"/>
                  </a:moveTo>
                  <a:cubicBezTo>
                    <a:pt x="370013" y="287183"/>
                    <a:pt x="287182" y="370013"/>
                    <a:pt x="185006" y="370013"/>
                  </a:cubicBezTo>
                  <a:cubicBezTo>
                    <a:pt x="82830" y="370013"/>
                    <a:pt x="0" y="287183"/>
                    <a:pt x="0" y="185006"/>
                  </a:cubicBezTo>
                  <a:cubicBezTo>
                    <a:pt x="0" y="82830"/>
                    <a:pt x="82830" y="0"/>
                    <a:pt x="185006" y="0"/>
                  </a:cubicBezTo>
                  <a:cubicBezTo>
                    <a:pt x="287182" y="0"/>
                    <a:pt x="370013" y="82830"/>
                    <a:pt x="370013" y="185006"/>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7"/>
            <p:cNvSpPr/>
            <p:nvPr/>
          </p:nvSpPr>
          <p:spPr>
            <a:xfrm>
              <a:off x="3756620" y="10899243"/>
              <a:ext cx="370012" cy="370012"/>
            </a:xfrm>
            <a:custGeom>
              <a:rect b="b" l="l" r="r" t="t"/>
              <a:pathLst>
                <a:path extrusionOk="0" h="370012" w="370012">
                  <a:moveTo>
                    <a:pt x="370013" y="185006"/>
                  </a:moveTo>
                  <a:cubicBezTo>
                    <a:pt x="370013" y="287183"/>
                    <a:pt x="287183" y="370013"/>
                    <a:pt x="185006" y="370013"/>
                  </a:cubicBezTo>
                  <a:cubicBezTo>
                    <a:pt x="82830" y="370013"/>
                    <a:pt x="0" y="287183"/>
                    <a:pt x="0" y="185006"/>
                  </a:cubicBezTo>
                  <a:cubicBezTo>
                    <a:pt x="0" y="82830"/>
                    <a:pt x="82830" y="0"/>
                    <a:pt x="185006" y="0"/>
                  </a:cubicBezTo>
                  <a:cubicBezTo>
                    <a:pt x="287183" y="0"/>
                    <a:pt x="370013" y="82830"/>
                    <a:pt x="370013" y="185006"/>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7" name="Google Shape;717;p7"/>
            <p:cNvSpPr/>
            <p:nvPr/>
          </p:nvSpPr>
          <p:spPr>
            <a:xfrm>
              <a:off x="5226798" y="10899243"/>
              <a:ext cx="370012" cy="370012"/>
            </a:xfrm>
            <a:custGeom>
              <a:rect b="b" l="l" r="r" t="t"/>
              <a:pathLst>
                <a:path extrusionOk="0" h="370012" w="370012">
                  <a:moveTo>
                    <a:pt x="370013" y="185006"/>
                  </a:moveTo>
                  <a:cubicBezTo>
                    <a:pt x="370013" y="287183"/>
                    <a:pt x="287182" y="370013"/>
                    <a:pt x="185006" y="370013"/>
                  </a:cubicBezTo>
                  <a:cubicBezTo>
                    <a:pt x="82830" y="370013"/>
                    <a:pt x="0" y="287183"/>
                    <a:pt x="0" y="185006"/>
                  </a:cubicBezTo>
                  <a:cubicBezTo>
                    <a:pt x="0" y="82830"/>
                    <a:pt x="82831" y="0"/>
                    <a:pt x="185006" y="0"/>
                  </a:cubicBezTo>
                  <a:cubicBezTo>
                    <a:pt x="287183" y="0"/>
                    <a:pt x="370013" y="82830"/>
                    <a:pt x="370013" y="185006"/>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8" name="Google Shape;718;p7"/>
            <p:cNvSpPr/>
            <p:nvPr/>
          </p:nvSpPr>
          <p:spPr>
            <a:xfrm>
              <a:off x="6807150" y="10899243"/>
              <a:ext cx="370012" cy="370012"/>
            </a:xfrm>
            <a:custGeom>
              <a:rect b="b" l="l" r="r" t="t"/>
              <a:pathLst>
                <a:path extrusionOk="0" h="370012" w="370012">
                  <a:moveTo>
                    <a:pt x="370013" y="185006"/>
                  </a:moveTo>
                  <a:cubicBezTo>
                    <a:pt x="370013" y="287183"/>
                    <a:pt x="287182" y="370013"/>
                    <a:pt x="185007" y="370013"/>
                  </a:cubicBezTo>
                  <a:cubicBezTo>
                    <a:pt x="82830" y="370013"/>
                    <a:pt x="0" y="287183"/>
                    <a:pt x="0" y="185006"/>
                  </a:cubicBezTo>
                  <a:cubicBezTo>
                    <a:pt x="0" y="82830"/>
                    <a:pt x="82831" y="0"/>
                    <a:pt x="185007" y="0"/>
                  </a:cubicBezTo>
                  <a:cubicBezTo>
                    <a:pt x="287183" y="0"/>
                    <a:pt x="370013" y="82830"/>
                    <a:pt x="370013" y="185006"/>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9" name="Google Shape;719;p7"/>
            <p:cNvSpPr/>
            <p:nvPr/>
          </p:nvSpPr>
          <p:spPr>
            <a:xfrm>
              <a:off x="5334254" y="9443946"/>
              <a:ext cx="155101" cy="155102"/>
            </a:xfrm>
            <a:custGeom>
              <a:rect b="b" l="l" r="r" t="t"/>
              <a:pathLst>
                <a:path extrusionOk="0" h="155102" w="155101">
                  <a:moveTo>
                    <a:pt x="155102" y="77551"/>
                  </a:moveTo>
                  <a:cubicBezTo>
                    <a:pt x="155102" y="120381"/>
                    <a:pt x="120381" y="155102"/>
                    <a:pt x="77551" y="155102"/>
                  </a:cubicBezTo>
                  <a:cubicBezTo>
                    <a:pt x="34720" y="155102"/>
                    <a:pt x="-1" y="120381"/>
                    <a:pt x="-1" y="77551"/>
                  </a:cubicBezTo>
                  <a:cubicBezTo>
                    <a:pt x="-1" y="34721"/>
                    <a:pt x="34720" y="0"/>
                    <a:pt x="77551" y="0"/>
                  </a:cubicBezTo>
                  <a:cubicBezTo>
                    <a:pt x="120381" y="0"/>
                    <a:pt x="155102" y="34721"/>
                    <a:pt x="155102" y="77551"/>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7"/>
            <p:cNvSpPr/>
            <p:nvPr/>
          </p:nvSpPr>
          <p:spPr>
            <a:xfrm>
              <a:off x="5411805" y="9521497"/>
              <a:ext cx="14308" cy="1562753"/>
            </a:xfrm>
            <a:custGeom>
              <a:rect b="b" l="l" r="r" t="t"/>
              <a:pathLst>
                <a:path extrusionOk="0" h="1562753" w="14308">
                  <a:moveTo>
                    <a:pt x="0" y="1562753"/>
                  </a:moveTo>
                  <a:lnTo>
                    <a:pt x="0" y="0"/>
                  </a:lnTo>
                </a:path>
              </a:pathLst>
            </a:custGeom>
            <a:solidFill>
              <a:srgbClr val="F1C40F"/>
            </a:solidFill>
            <a:ln cap="flat" cmpd="sng" w="14300">
              <a:solidFill>
                <a:srgbClr val="F1C40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1" name="Google Shape;721;p7"/>
            <p:cNvSpPr/>
            <p:nvPr/>
          </p:nvSpPr>
          <p:spPr>
            <a:xfrm>
              <a:off x="3864076" y="12569452"/>
              <a:ext cx="155101" cy="155102"/>
            </a:xfrm>
            <a:custGeom>
              <a:rect b="b" l="l" r="r" t="t"/>
              <a:pathLst>
                <a:path extrusionOk="0" h="155102" w="155101">
                  <a:moveTo>
                    <a:pt x="155102" y="77551"/>
                  </a:moveTo>
                  <a:cubicBezTo>
                    <a:pt x="155102" y="120381"/>
                    <a:pt x="120381" y="155102"/>
                    <a:pt x="77551" y="155102"/>
                  </a:cubicBezTo>
                  <a:cubicBezTo>
                    <a:pt x="34721" y="155102"/>
                    <a:pt x="0" y="120381"/>
                    <a:pt x="0" y="77551"/>
                  </a:cubicBezTo>
                  <a:cubicBezTo>
                    <a:pt x="0" y="34721"/>
                    <a:pt x="34721" y="0"/>
                    <a:pt x="77551" y="0"/>
                  </a:cubicBezTo>
                  <a:cubicBezTo>
                    <a:pt x="120381" y="0"/>
                    <a:pt x="155102" y="34721"/>
                    <a:pt x="155102" y="77551"/>
                  </a:cubicBezTo>
                  <a:close/>
                </a:path>
              </a:pathLst>
            </a:custGeom>
            <a:solidFill>
              <a:srgbClr val="F1C40F"/>
            </a:solidFill>
            <a:ln cap="flat" cmpd="sng" w="9525">
              <a:solidFill>
                <a:srgbClr val="F1C40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7"/>
            <p:cNvSpPr/>
            <p:nvPr/>
          </p:nvSpPr>
          <p:spPr>
            <a:xfrm>
              <a:off x="3941627" y="11084250"/>
              <a:ext cx="14308" cy="1562753"/>
            </a:xfrm>
            <a:custGeom>
              <a:rect b="b" l="l" r="r" t="t"/>
              <a:pathLst>
                <a:path extrusionOk="0" h="1562753" w="14308">
                  <a:moveTo>
                    <a:pt x="0" y="0"/>
                  </a:moveTo>
                  <a:lnTo>
                    <a:pt x="0" y="1562753"/>
                  </a:lnTo>
                </a:path>
              </a:pathLst>
            </a:custGeom>
            <a:solidFill>
              <a:srgbClr val="F1C40F"/>
            </a:solidFill>
            <a:ln cap="flat" cmpd="sng" w="14300">
              <a:solidFill>
                <a:srgbClr val="F1C40F"/>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GENARAL LAYOUTS">
  <a:themeElements>
    <a:clrScheme name="VIVID - Color 04">
      <a:dk1>
        <a:srgbClr val="171C30"/>
      </a:dk1>
      <a:lt1>
        <a:srgbClr val="FFFFFF"/>
      </a:lt1>
      <a:dk2>
        <a:srgbClr val="ECD603"/>
      </a:dk2>
      <a:lt2>
        <a:srgbClr val="F2F2F5"/>
      </a:lt2>
      <a:accent1>
        <a:srgbClr val="FE4880"/>
      </a:accent1>
      <a:accent2>
        <a:srgbClr val="F7254D"/>
      </a:accent2>
      <a:accent3>
        <a:srgbClr val="C6427B"/>
      </a:accent3>
      <a:accent4>
        <a:srgbClr val="8E3C77"/>
      </a:accent4>
      <a:accent5>
        <a:srgbClr val="703571"/>
      </a:accent5>
      <a:accent6>
        <a:srgbClr val="563672"/>
      </a:accent6>
      <a:hlink>
        <a:srgbClr val="1E306E"/>
      </a:hlink>
      <a:folHlink>
        <a:srgbClr val="5636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