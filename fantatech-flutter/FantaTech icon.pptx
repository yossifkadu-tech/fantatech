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media/image1.png" ContentType="image/png"/>
  <Override PartName="/ppt/media/image2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Custom Layout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Google Shape;187;p18"/>
          <p:cNvSpPr/>
          <p:nvPr/>
        </p:nvSpPr>
        <p:spPr>
          <a:xfrm>
            <a:off x="936720" y="-3044880"/>
            <a:ext cx="12047400" cy="12047400"/>
          </a:xfrm>
          <a:prstGeom prst="ellipse">
            <a:avLst/>
          </a:prstGeom>
          <a:noFill/>
          <a:ln w="12700">
            <a:solidFill>
              <a:srgbClr val="323f4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Google Shape;188;p18"/>
          <p:cNvSpPr/>
          <p:nvPr/>
        </p:nvSpPr>
        <p:spPr>
          <a:xfrm>
            <a:off x="734040" y="6231240"/>
            <a:ext cx="4309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DF12E0E8-1221-489E-8106-2F60A4330660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body"/>
          </p:nvPr>
        </p:nvSpPr>
        <p:spPr>
          <a:xfrm>
            <a:off x="8778240" y="6230880"/>
            <a:ext cx="2651040" cy="24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190;p18"/>
          <p:cNvSpPr/>
          <p:nvPr/>
        </p:nvSpPr>
        <p:spPr>
          <a:xfrm>
            <a:off x="-9400320" y="-11297520"/>
            <a:ext cx="14847120" cy="14847120"/>
          </a:xfrm>
          <a:prstGeom prst="ellipse">
            <a:avLst/>
          </a:prstGeom>
          <a:noFill/>
          <a:ln w="12700">
            <a:solidFill>
              <a:srgbClr val="323f4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Google Shape;191;p18"/>
          <p:cNvSpPr/>
          <p:nvPr/>
        </p:nvSpPr>
        <p:spPr>
          <a:xfrm>
            <a:off x="832320" y="2845440"/>
            <a:ext cx="234360" cy="234360"/>
          </a:xfrm>
          <a:prstGeom prst="ellipse">
            <a:avLst/>
          </a:prstGeom>
          <a:solidFill>
            <a:srgbClr val="f1c4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" name="Google Shape;192;p18"/>
          <p:cNvCxnSpPr/>
          <p:nvPr/>
        </p:nvCxnSpPr>
        <p:spPr>
          <a:xfrm>
            <a:off x="1184760" y="4342680"/>
            <a:ext cx="4957200" cy="720"/>
          </a:xfrm>
          <a:prstGeom prst="straightConnector1">
            <a:avLst/>
          </a:prstGeom>
          <a:ln w="22225">
            <a:solidFill>
              <a:srgbClr val="f1c40f"/>
            </a:solidFill>
            <a:miter/>
          </a:ln>
        </p:spPr>
      </p:cxn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667200" y="522000"/>
            <a:ext cx="5117760" cy="54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185480" y="2516400"/>
            <a:ext cx="4955040" cy="9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1184760" y="3550320"/>
            <a:ext cx="4955760" cy="64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1184760" y="4600440"/>
            <a:ext cx="94572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body"/>
          </p:nvPr>
        </p:nvSpPr>
        <p:spPr>
          <a:xfrm>
            <a:off x="1184760" y="5008320"/>
            <a:ext cx="94572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body"/>
          </p:nvPr>
        </p:nvSpPr>
        <p:spPr>
          <a:xfrm>
            <a:off x="3189960" y="4600440"/>
            <a:ext cx="94572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body"/>
          </p:nvPr>
        </p:nvSpPr>
        <p:spPr>
          <a:xfrm>
            <a:off x="3189960" y="5008320"/>
            <a:ext cx="94572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9"/>
          <p:cNvSpPr>
            <a:spLocks noGrp="1"/>
          </p:cNvSpPr>
          <p:nvPr>
            <p:ph type="body"/>
          </p:nvPr>
        </p:nvSpPr>
        <p:spPr>
          <a:xfrm>
            <a:off x="5195160" y="4600440"/>
            <a:ext cx="94572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0"/>
          <p:cNvSpPr>
            <a:spLocks noGrp="1"/>
          </p:cNvSpPr>
          <p:nvPr>
            <p:ph type="body"/>
          </p:nvPr>
        </p:nvSpPr>
        <p:spPr>
          <a:xfrm>
            <a:off x="5195160" y="5008320"/>
            <a:ext cx="94572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Custom Layout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203;p19"/>
          <p:cNvSpPr/>
          <p:nvPr/>
        </p:nvSpPr>
        <p:spPr>
          <a:xfrm>
            <a:off x="950040" y="-3061080"/>
            <a:ext cx="12047040" cy="12047040"/>
          </a:xfrm>
          <a:prstGeom prst="ellipse">
            <a:avLst/>
          </a:prstGeom>
          <a:noFill/>
          <a:ln w="12700">
            <a:solidFill>
              <a:srgbClr val="323f4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204;p19"/>
          <p:cNvSpPr/>
          <p:nvPr/>
        </p:nvSpPr>
        <p:spPr>
          <a:xfrm>
            <a:off x="734040" y="6230880"/>
            <a:ext cx="4309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623B47F3-FA0C-4AB8-ADB1-6087A57609DF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body"/>
          </p:nvPr>
        </p:nvSpPr>
        <p:spPr>
          <a:xfrm>
            <a:off x="8778240" y="6230880"/>
            <a:ext cx="2651040" cy="24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206;p19"/>
          <p:cNvSpPr/>
          <p:nvPr/>
        </p:nvSpPr>
        <p:spPr>
          <a:xfrm>
            <a:off x="-9400320" y="-11297520"/>
            <a:ext cx="14847120" cy="14847120"/>
          </a:xfrm>
          <a:prstGeom prst="ellipse">
            <a:avLst/>
          </a:prstGeom>
          <a:noFill/>
          <a:ln w="12700">
            <a:solidFill>
              <a:srgbClr val="323f4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207;p19"/>
          <p:cNvSpPr/>
          <p:nvPr/>
        </p:nvSpPr>
        <p:spPr>
          <a:xfrm>
            <a:off x="832320" y="2845440"/>
            <a:ext cx="234360" cy="234360"/>
          </a:xfrm>
          <a:prstGeom prst="ellipse">
            <a:avLst/>
          </a:prstGeom>
          <a:solidFill>
            <a:srgbClr val="f1c4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" name="Google Shape;208;p19"/>
          <p:cNvCxnSpPr/>
          <p:nvPr/>
        </p:nvCxnSpPr>
        <p:spPr>
          <a:xfrm>
            <a:off x="1184760" y="4342680"/>
            <a:ext cx="4957200" cy="720"/>
          </a:xfrm>
          <a:prstGeom prst="straightConnector1">
            <a:avLst/>
          </a:prstGeom>
          <a:ln w="22225">
            <a:solidFill>
              <a:srgbClr val="f1c40f"/>
            </a:solidFill>
            <a:miter/>
          </a:ln>
        </p:spPr>
      </p:cxn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185480" y="2516400"/>
            <a:ext cx="4955040" cy="9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1184760" y="3550320"/>
            <a:ext cx="4955760" cy="64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1184760" y="4600440"/>
            <a:ext cx="276156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1184760" y="5119560"/>
            <a:ext cx="276156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body"/>
          </p:nvPr>
        </p:nvSpPr>
        <p:spPr>
          <a:xfrm>
            <a:off x="7065720" y="589320"/>
            <a:ext cx="4847760" cy="505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ustom Layout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215;p20"/>
          <p:cNvSpPr/>
          <p:nvPr/>
        </p:nvSpPr>
        <p:spPr>
          <a:xfrm>
            <a:off x="16011000" y="739080"/>
            <a:ext cx="12047400" cy="12047400"/>
          </a:xfrm>
          <a:prstGeom prst="ellipse">
            <a:avLst/>
          </a:prstGeom>
          <a:noFill/>
          <a:ln w="12700">
            <a:solidFill>
              <a:srgbClr val="323f4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216;p20"/>
          <p:cNvSpPr/>
          <p:nvPr/>
        </p:nvSpPr>
        <p:spPr>
          <a:xfrm>
            <a:off x="753840" y="6230880"/>
            <a:ext cx="4309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08FB8992-0584-4121-9B23-595A53E1589D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body"/>
          </p:nvPr>
        </p:nvSpPr>
        <p:spPr>
          <a:xfrm>
            <a:off x="8778240" y="6230880"/>
            <a:ext cx="2651040" cy="24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218;p20"/>
          <p:cNvSpPr/>
          <p:nvPr/>
        </p:nvSpPr>
        <p:spPr>
          <a:xfrm>
            <a:off x="9883800" y="-8093160"/>
            <a:ext cx="14847120" cy="14847120"/>
          </a:xfrm>
          <a:prstGeom prst="ellipse">
            <a:avLst/>
          </a:prstGeom>
          <a:noFill/>
          <a:ln w="12700">
            <a:solidFill>
              <a:srgbClr val="323f4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219;p20"/>
          <p:cNvSpPr/>
          <p:nvPr/>
        </p:nvSpPr>
        <p:spPr>
          <a:xfrm flipH="1">
            <a:off x="10788120" y="2845440"/>
            <a:ext cx="234360" cy="234360"/>
          </a:xfrm>
          <a:prstGeom prst="ellipse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305240" y="1638360"/>
            <a:ext cx="3580560" cy="358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1185480" y="2680920"/>
            <a:ext cx="2560320" cy="56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32520" y="434952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32520" y="475740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632840" y="558756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4632840" y="599544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body"/>
          </p:nvPr>
        </p:nvSpPr>
        <p:spPr>
          <a:xfrm>
            <a:off x="8445600" y="434952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9"/>
          <p:cNvSpPr>
            <a:spLocks noGrp="1"/>
          </p:cNvSpPr>
          <p:nvPr>
            <p:ph type="body"/>
          </p:nvPr>
        </p:nvSpPr>
        <p:spPr>
          <a:xfrm>
            <a:off x="8445600" y="475740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0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טקסט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body"/>
          </p:nvPr>
        </p:nvSpPr>
        <p:spPr>
          <a:xfrm>
            <a:off x="1541520" y="2103480"/>
            <a:ext cx="4020480" cy="76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541520" y="2976480"/>
            <a:ext cx="4020480" cy="11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747760" y="2976480"/>
            <a:ext cx="4902120" cy="11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9333000" y="4543560"/>
            <a:ext cx="1316880" cy="277200"/>
          </a:xfrm>
          <a:prstGeom prst="rect">
            <a:avLst/>
          </a:prstGeom>
          <a:noFill/>
          <a:ln w="12600">
            <a:solidFill>
              <a:srgbClr val="f1c40f"/>
            </a:solidFill>
            <a:round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23;p3"/>
          <p:cNvSpPr/>
          <p:nvPr/>
        </p:nvSpPr>
        <p:spPr>
          <a:xfrm>
            <a:off x="11049120" y="6231240"/>
            <a:ext cx="70308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C04A173C-2EDC-495E-9BEA-94AE6201FA2E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8778240" y="6230880"/>
            <a:ext cx="2651040" cy="24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1"/>
          </p:nvPr>
        </p:nvSpPr>
        <p:spPr>
          <a:xfrm>
            <a:off x="838080" y="6217920"/>
            <a:ext cx="329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0A4CB1-C745-4823-8A83-37F18A9004BD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&lt;מספר&gt;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Custom Layout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2" name="Google Shape;229;p21"/>
          <p:cNvGraphicFramePr/>
          <p:nvPr/>
        </p:nvGraphicFramePr>
        <p:xfrm>
          <a:off x="4244400" y="0"/>
          <a:ext cx="2648880" cy="6856920"/>
        </p:xfrm>
        <a:graphic>
          <a:graphicData uri="http://schemas.openxmlformats.org/drawingml/2006/table">
            <a:tbl>
              <a:tblPr/>
              <a:tblGrid>
                <a:gridCol w="2649240"/>
              </a:tblGrid>
              <a:tr h="168372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c40f"/>
                    </a:solidFill>
                  </a:tcPr>
                </a:tc>
              </a:tr>
              <a:tr h="118260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  <a:tr h="56160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56160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  <a:tr h="56160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106056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  <a:tr h="124524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Google Shape;230;p21"/>
          <p:cNvGraphicFramePr/>
          <p:nvPr/>
        </p:nvGraphicFramePr>
        <p:xfrm>
          <a:off x="6893640" y="0"/>
          <a:ext cx="2648880" cy="6856920"/>
        </p:xfrm>
        <a:graphic>
          <a:graphicData uri="http://schemas.openxmlformats.org/drawingml/2006/table">
            <a:tbl>
              <a:tblPr/>
              <a:tblGrid>
                <a:gridCol w="2649240"/>
              </a:tblGrid>
              <a:tr h="168372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c40f">
                        <a:alpha val="48000"/>
                      </a:srgbClr>
                    </a:solidFill>
                  </a:tcPr>
                </a:tc>
              </a:tr>
              <a:tr h="118260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  <a:tr h="56160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56160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  <a:tr h="56160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106056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  <a:tr h="124524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" name="Google Shape;231;p21"/>
          <p:cNvGraphicFramePr/>
          <p:nvPr/>
        </p:nvGraphicFramePr>
        <p:xfrm>
          <a:off x="9542880" y="0"/>
          <a:ext cx="2648880" cy="6856920"/>
        </p:xfrm>
        <a:graphic>
          <a:graphicData uri="http://schemas.openxmlformats.org/drawingml/2006/table">
            <a:tbl>
              <a:tblPr/>
              <a:tblGrid>
                <a:gridCol w="2649240"/>
              </a:tblGrid>
              <a:tr h="168372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c40f">
                        <a:alpha val="12000"/>
                      </a:srgbClr>
                    </a:solidFill>
                  </a:tcPr>
                </a:tc>
              </a:tr>
              <a:tr h="118260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  <a:tr h="56160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56160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  <a:tr h="56160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106056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  <a:tr h="124524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  <p:sp>
        <p:nvSpPr>
          <p:cNvPr id="55" name="Google Shape;232;p21"/>
          <p:cNvSpPr/>
          <p:nvPr/>
        </p:nvSpPr>
        <p:spPr>
          <a:xfrm>
            <a:off x="0" y="0"/>
            <a:ext cx="4243680" cy="6857280"/>
          </a:xfrm>
          <a:prstGeom prst="rect">
            <a:avLst/>
          </a:prstGeom>
          <a:solidFill>
            <a:srgbClr val="323f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body"/>
          </p:nvPr>
        </p:nvSpPr>
        <p:spPr>
          <a:xfrm>
            <a:off x="4995000" y="308880"/>
            <a:ext cx="1100160" cy="1100160"/>
          </a:xfrm>
          <a:prstGeom prst="rect">
            <a:avLst/>
          </a:prstGeom>
          <a:solidFill>
            <a:srgbClr val="a5a5a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667640" y="308880"/>
            <a:ext cx="1100160" cy="1100160"/>
          </a:xfrm>
          <a:prstGeom prst="rect">
            <a:avLst/>
          </a:prstGeom>
          <a:solidFill>
            <a:srgbClr val="a5a5a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10344960" y="308880"/>
            <a:ext cx="1100160" cy="1100160"/>
          </a:xfrm>
          <a:prstGeom prst="rect">
            <a:avLst/>
          </a:prstGeom>
          <a:solidFill>
            <a:srgbClr val="a5a5a5">
              <a:alpha val="50000"/>
            </a:srgbClr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236;p21"/>
          <p:cNvSpPr/>
          <p:nvPr/>
        </p:nvSpPr>
        <p:spPr>
          <a:xfrm>
            <a:off x="11430000" y="5842080"/>
            <a:ext cx="32940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237;p21"/>
          <p:cNvSpPr/>
          <p:nvPr/>
        </p:nvSpPr>
        <p:spPr>
          <a:xfrm>
            <a:off x="11379240" y="6231240"/>
            <a:ext cx="4309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BD981A65-B11B-42A2-917C-AEB6CED3634F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8778240" y="6230880"/>
            <a:ext cx="2651040" cy="24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272880" y="2654280"/>
            <a:ext cx="2598120" cy="64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body"/>
          </p:nvPr>
        </p:nvSpPr>
        <p:spPr>
          <a:xfrm>
            <a:off x="272880" y="3429000"/>
            <a:ext cx="3612600" cy="111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7"/>
          <p:cNvSpPr>
            <a:spLocks noGrp="1"/>
          </p:cNvSpPr>
          <p:nvPr>
            <p:ph type="body"/>
          </p:nvPr>
        </p:nvSpPr>
        <p:spPr>
          <a:xfrm>
            <a:off x="4817160" y="5030640"/>
            <a:ext cx="1502640" cy="49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8"/>
          <p:cNvSpPr>
            <a:spLocks noGrp="1"/>
          </p:cNvSpPr>
          <p:nvPr>
            <p:ph type="body"/>
          </p:nvPr>
        </p:nvSpPr>
        <p:spPr>
          <a:xfrm>
            <a:off x="4817160" y="3723120"/>
            <a:ext cx="15026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9"/>
          <p:cNvSpPr>
            <a:spLocks noGrp="1"/>
          </p:cNvSpPr>
          <p:nvPr>
            <p:ph type="body"/>
          </p:nvPr>
        </p:nvSpPr>
        <p:spPr>
          <a:xfrm>
            <a:off x="4602240" y="2075760"/>
            <a:ext cx="19328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0"/>
          <p:cNvSpPr>
            <a:spLocks noGrp="1"/>
          </p:cNvSpPr>
          <p:nvPr>
            <p:ph type="body"/>
          </p:nvPr>
        </p:nvSpPr>
        <p:spPr>
          <a:xfrm>
            <a:off x="4817160" y="3269880"/>
            <a:ext cx="15026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1"/>
          <p:cNvSpPr>
            <a:spLocks noGrp="1"/>
          </p:cNvSpPr>
          <p:nvPr>
            <p:ph type="body"/>
          </p:nvPr>
        </p:nvSpPr>
        <p:spPr>
          <a:xfrm>
            <a:off x="4817160" y="2378520"/>
            <a:ext cx="15026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2"/>
          <p:cNvSpPr>
            <a:spLocks noGrp="1"/>
          </p:cNvSpPr>
          <p:nvPr>
            <p:ph type="body"/>
          </p:nvPr>
        </p:nvSpPr>
        <p:spPr>
          <a:xfrm>
            <a:off x="4817160" y="4139280"/>
            <a:ext cx="15026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3"/>
          <p:cNvSpPr>
            <a:spLocks noGrp="1"/>
          </p:cNvSpPr>
          <p:nvPr>
            <p:ph type="body"/>
          </p:nvPr>
        </p:nvSpPr>
        <p:spPr>
          <a:xfrm>
            <a:off x="7461720" y="5030640"/>
            <a:ext cx="1502640" cy="49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14"/>
          <p:cNvSpPr>
            <a:spLocks noGrp="1"/>
          </p:cNvSpPr>
          <p:nvPr>
            <p:ph type="body"/>
          </p:nvPr>
        </p:nvSpPr>
        <p:spPr>
          <a:xfrm>
            <a:off x="7461720" y="3723120"/>
            <a:ext cx="15026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5"/>
          <p:cNvSpPr>
            <a:spLocks noGrp="1"/>
          </p:cNvSpPr>
          <p:nvPr>
            <p:ph type="body"/>
          </p:nvPr>
        </p:nvSpPr>
        <p:spPr>
          <a:xfrm>
            <a:off x="7246440" y="2075760"/>
            <a:ext cx="19328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6"/>
          <p:cNvSpPr>
            <a:spLocks noGrp="1"/>
          </p:cNvSpPr>
          <p:nvPr>
            <p:ph type="body"/>
          </p:nvPr>
        </p:nvSpPr>
        <p:spPr>
          <a:xfrm>
            <a:off x="7461720" y="3269880"/>
            <a:ext cx="15026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17"/>
          <p:cNvSpPr>
            <a:spLocks noGrp="1"/>
          </p:cNvSpPr>
          <p:nvPr>
            <p:ph type="body"/>
          </p:nvPr>
        </p:nvSpPr>
        <p:spPr>
          <a:xfrm>
            <a:off x="7461720" y="2378520"/>
            <a:ext cx="15026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18"/>
          <p:cNvSpPr>
            <a:spLocks noGrp="1"/>
          </p:cNvSpPr>
          <p:nvPr>
            <p:ph type="body"/>
          </p:nvPr>
        </p:nvSpPr>
        <p:spPr>
          <a:xfrm>
            <a:off x="7461720" y="4139280"/>
            <a:ext cx="15026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9"/>
          <p:cNvSpPr>
            <a:spLocks noGrp="1"/>
          </p:cNvSpPr>
          <p:nvPr>
            <p:ph type="body"/>
          </p:nvPr>
        </p:nvSpPr>
        <p:spPr>
          <a:xfrm>
            <a:off x="10120680" y="5030640"/>
            <a:ext cx="1502640" cy="49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0"/>
          <p:cNvSpPr>
            <a:spLocks noGrp="1"/>
          </p:cNvSpPr>
          <p:nvPr>
            <p:ph type="body"/>
          </p:nvPr>
        </p:nvSpPr>
        <p:spPr>
          <a:xfrm>
            <a:off x="10120680" y="3723120"/>
            <a:ext cx="15026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1"/>
          <p:cNvSpPr>
            <a:spLocks noGrp="1"/>
          </p:cNvSpPr>
          <p:nvPr>
            <p:ph type="body"/>
          </p:nvPr>
        </p:nvSpPr>
        <p:spPr>
          <a:xfrm>
            <a:off x="9905400" y="2075760"/>
            <a:ext cx="19328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2"/>
          <p:cNvSpPr>
            <a:spLocks noGrp="1"/>
          </p:cNvSpPr>
          <p:nvPr>
            <p:ph type="body"/>
          </p:nvPr>
        </p:nvSpPr>
        <p:spPr>
          <a:xfrm>
            <a:off x="10120680" y="3269880"/>
            <a:ext cx="15026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3"/>
          <p:cNvSpPr>
            <a:spLocks noGrp="1"/>
          </p:cNvSpPr>
          <p:nvPr>
            <p:ph type="body"/>
          </p:nvPr>
        </p:nvSpPr>
        <p:spPr>
          <a:xfrm>
            <a:off x="10120680" y="2378520"/>
            <a:ext cx="15026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4"/>
          <p:cNvSpPr>
            <a:spLocks noGrp="1"/>
          </p:cNvSpPr>
          <p:nvPr>
            <p:ph type="body"/>
          </p:nvPr>
        </p:nvSpPr>
        <p:spPr>
          <a:xfrm>
            <a:off x="10120680" y="4139280"/>
            <a:ext cx="15026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Custom Layout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body"/>
          </p:nvPr>
        </p:nvSpPr>
        <p:spPr>
          <a:xfrm>
            <a:off x="5183280" y="1366920"/>
            <a:ext cx="6171480" cy="412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261;p22"/>
          <p:cNvSpPr/>
          <p:nvPr/>
        </p:nvSpPr>
        <p:spPr>
          <a:xfrm>
            <a:off x="761400" y="6153840"/>
            <a:ext cx="4309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24B1AC42-394B-4A26-8347-769D5333D989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8778240" y="6230880"/>
            <a:ext cx="2651040" cy="24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867600" y="1366920"/>
            <a:ext cx="3970440" cy="149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866880" y="2946240"/>
            <a:ext cx="3971160" cy="254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866880" y="5715000"/>
            <a:ext cx="397116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body"/>
          </p:nvPr>
        </p:nvSpPr>
        <p:spPr>
          <a:xfrm>
            <a:off x="764280" y="939960"/>
            <a:ext cx="4537080" cy="103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64280" y="2301840"/>
            <a:ext cx="4537080" cy="29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763560" y="2679840"/>
            <a:ext cx="45378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764280" y="3664080"/>
            <a:ext cx="4537080" cy="29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body"/>
          </p:nvPr>
        </p:nvSpPr>
        <p:spPr>
          <a:xfrm>
            <a:off x="763560" y="4041720"/>
            <a:ext cx="45378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body"/>
          </p:nvPr>
        </p:nvSpPr>
        <p:spPr>
          <a:xfrm>
            <a:off x="764280" y="5013360"/>
            <a:ext cx="4537080" cy="29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7"/>
          <p:cNvSpPr>
            <a:spLocks noGrp="1"/>
          </p:cNvSpPr>
          <p:nvPr>
            <p:ph type="body"/>
          </p:nvPr>
        </p:nvSpPr>
        <p:spPr>
          <a:xfrm>
            <a:off x="763560" y="5391000"/>
            <a:ext cx="45378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8"/>
          <p:cNvSpPr>
            <a:spLocks noGrp="1"/>
          </p:cNvSpPr>
          <p:nvPr>
            <p:ph type="body"/>
          </p:nvPr>
        </p:nvSpPr>
        <p:spPr>
          <a:xfrm>
            <a:off x="6662880" y="0"/>
            <a:ext cx="4155120" cy="459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9"/>
          <p:cNvSpPr>
            <a:spLocks noGrp="1"/>
          </p:cNvSpPr>
          <p:nvPr>
            <p:ph type="body"/>
          </p:nvPr>
        </p:nvSpPr>
        <p:spPr>
          <a:xfrm>
            <a:off x="6662880" y="4921560"/>
            <a:ext cx="4155120" cy="3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0"/>
          <p:cNvSpPr>
            <a:spLocks noGrp="1"/>
          </p:cNvSpPr>
          <p:nvPr>
            <p:ph type="body"/>
          </p:nvPr>
        </p:nvSpPr>
        <p:spPr>
          <a:xfrm>
            <a:off x="6662880" y="5388840"/>
            <a:ext cx="415512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37;p4"/>
          <p:cNvSpPr/>
          <p:nvPr/>
        </p:nvSpPr>
        <p:spPr>
          <a:xfrm>
            <a:off x="853920" y="6240600"/>
            <a:ext cx="29160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6C18308E-6B50-43BA-B4D0-8DDDEAC652EC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11"/>
          <p:cNvSpPr>
            <a:spLocks noGrp="1"/>
          </p:cNvSpPr>
          <p:nvPr>
            <p:ph type="body"/>
          </p:nvPr>
        </p:nvSpPr>
        <p:spPr>
          <a:xfrm>
            <a:off x="8634960" y="6231240"/>
            <a:ext cx="2651040" cy="24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1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טקסט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body"/>
          </p:nvPr>
        </p:nvSpPr>
        <p:spPr>
          <a:xfrm>
            <a:off x="0" y="500760"/>
            <a:ext cx="2920320" cy="5841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6374520" cy="318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14400" y="3436200"/>
            <a:ext cx="6814080" cy="340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278240" y="2422080"/>
            <a:ext cx="2262960" cy="53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body"/>
          </p:nvPr>
        </p:nvSpPr>
        <p:spPr>
          <a:xfrm>
            <a:off x="4278240" y="3093120"/>
            <a:ext cx="3413880" cy="68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6"/>
          <p:cNvSpPr>
            <a:spLocks noGrp="1"/>
          </p:cNvSpPr>
          <p:nvPr>
            <p:ph type="body"/>
          </p:nvPr>
        </p:nvSpPr>
        <p:spPr>
          <a:xfrm>
            <a:off x="7895880" y="855720"/>
            <a:ext cx="3863880" cy="102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7"/>
          <p:cNvSpPr>
            <a:spLocks noGrp="1"/>
          </p:cNvSpPr>
          <p:nvPr>
            <p:ph type="body"/>
          </p:nvPr>
        </p:nvSpPr>
        <p:spPr>
          <a:xfrm>
            <a:off x="7895880" y="2914560"/>
            <a:ext cx="3863880" cy="102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8"/>
          <p:cNvSpPr>
            <a:spLocks noGrp="1"/>
          </p:cNvSpPr>
          <p:nvPr>
            <p:ph type="body"/>
          </p:nvPr>
        </p:nvSpPr>
        <p:spPr>
          <a:xfrm>
            <a:off x="7895880" y="4573080"/>
            <a:ext cx="3863880" cy="102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48;p5"/>
          <p:cNvSpPr/>
          <p:nvPr/>
        </p:nvSpPr>
        <p:spPr>
          <a:xfrm>
            <a:off x="834120" y="583992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49;p5"/>
          <p:cNvSpPr/>
          <p:nvPr/>
        </p:nvSpPr>
        <p:spPr>
          <a:xfrm>
            <a:off x="834120" y="6342840"/>
            <a:ext cx="32976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272361E9-78BD-4B33-9E70-6D2E4017C5FE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9"/>
          <p:cNvSpPr>
            <a:spLocks noGrp="1"/>
          </p:cNvSpPr>
          <p:nvPr>
            <p:ph type="body"/>
          </p:nvPr>
        </p:nvSpPr>
        <p:spPr>
          <a:xfrm>
            <a:off x="8778240" y="6230880"/>
            <a:ext cx="2651040" cy="24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body"/>
          </p:nvPr>
        </p:nvSpPr>
        <p:spPr>
          <a:xfrm>
            <a:off x="764280" y="2395440"/>
            <a:ext cx="4537080" cy="103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763560" y="3622680"/>
            <a:ext cx="45378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763920" y="4506840"/>
            <a:ext cx="45378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763920" y="5391000"/>
            <a:ext cx="45378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0" name="Google Shape;56;p6"/>
          <p:cNvCxnSpPr/>
          <p:nvPr/>
        </p:nvCxnSpPr>
        <p:spPr>
          <a:xfrm>
            <a:off x="6662880" y="4739760"/>
            <a:ext cx="4156560" cy="720"/>
          </a:xfrm>
          <a:prstGeom prst="straightConnector1">
            <a:avLst/>
          </a:prstGeom>
          <a:ln w="22225">
            <a:solidFill>
              <a:srgbClr val="f1c40f"/>
            </a:solidFill>
            <a:miter/>
          </a:ln>
        </p:spPr>
      </p:cxn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6662880" y="4921560"/>
            <a:ext cx="915120" cy="3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body"/>
          </p:nvPr>
        </p:nvSpPr>
        <p:spPr>
          <a:xfrm>
            <a:off x="6662880" y="5388840"/>
            <a:ext cx="91512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7"/>
          <p:cNvSpPr>
            <a:spLocks noGrp="1"/>
          </p:cNvSpPr>
          <p:nvPr>
            <p:ph type="body"/>
          </p:nvPr>
        </p:nvSpPr>
        <p:spPr>
          <a:xfrm>
            <a:off x="8274240" y="4921560"/>
            <a:ext cx="915120" cy="3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8"/>
          <p:cNvSpPr>
            <a:spLocks noGrp="1"/>
          </p:cNvSpPr>
          <p:nvPr>
            <p:ph type="body"/>
          </p:nvPr>
        </p:nvSpPr>
        <p:spPr>
          <a:xfrm>
            <a:off x="8274240" y="5388840"/>
            <a:ext cx="91512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9"/>
          <p:cNvSpPr>
            <a:spLocks noGrp="1"/>
          </p:cNvSpPr>
          <p:nvPr>
            <p:ph type="body"/>
          </p:nvPr>
        </p:nvSpPr>
        <p:spPr>
          <a:xfrm>
            <a:off x="9885600" y="4921560"/>
            <a:ext cx="915120" cy="3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10"/>
          <p:cNvSpPr>
            <a:spLocks noGrp="1"/>
          </p:cNvSpPr>
          <p:nvPr>
            <p:ph type="body"/>
          </p:nvPr>
        </p:nvSpPr>
        <p:spPr>
          <a:xfrm>
            <a:off x="9885600" y="5388840"/>
            <a:ext cx="91512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63;p6"/>
          <p:cNvSpPr/>
          <p:nvPr/>
        </p:nvSpPr>
        <p:spPr>
          <a:xfrm>
            <a:off x="875880" y="6231240"/>
            <a:ext cx="28044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61B008BF-7690-43A9-8990-DA1764C5C325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11"/>
          <p:cNvSpPr>
            <a:spLocks noGrp="1"/>
          </p:cNvSpPr>
          <p:nvPr>
            <p:ph type="body"/>
          </p:nvPr>
        </p:nvSpPr>
        <p:spPr>
          <a:xfrm>
            <a:off x="8326080" y="6231240"/>
            <a:ext cx="2651040" cy="24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body"/>
          </p:nvPr>
        </p:nvSpPr>
        <p:spPr>
          <a:xfrm>
            <a:off x="6095880" y="0"/>
            <a:ext cx="5333400" cy="685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764280" y="2395440"/>
            <a:ext cx="4537080" cy="103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763560" y="3622680"/>
            <a:ext cx="45378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763920" y="4506840"/>
            <a:ext cx="45378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763920" y="5391000"/>
            <a:ext cx="45378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6"/>
          <p:cNvSpPr>
            <a:spLocks noGrp="1"/>
          </p:cNvSpPr>
          <p:nvPr>
            <p:ph type="body"/>
          </p:nvPr>
        </p:nvSpPr>
        <p:spPr>
          <a:xfrm>
            <a:off x="6507000" y="5558400"/>
            <a:ext cx="2651040" cy="24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72;p7"/>
          <p:cNvSpPr/>
          <p:nvPr/>
        </p:nvSpPr>
        <p:spPr>
          <a:xfrm>
            <a:off x="810000" y="6275520"/>
            <a:ext cx="32976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712DF0DE-1482-4096-ADCA-9C05422739EA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טקסט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7000920" y="6172200"/>
            <a:ext cx="4419000" cy="36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3387600" y="4578480"/>
            <a:ext cx="5434920" cy="36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6;p2"/>
          <p:cNvSpPr/>
          <p:nvPr/>
        </p:nvSpPr>
        <p:spPr>
          <a:xfrm>
            <a:off x="845280" y="584136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sldNum" idx="2"/>
          </p:nvPr>
        </p:nvSpPr>
        <p:spPr>
          <a:xfrm>
            <a:off x="794160" y="6172920"/>
            <a:ext cx="329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506C43-45C5-43AE-B8CA-992A086E7A10}" type="slidenum"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&lt;מספר&gt;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טקסט הכותרת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body"/>
          </p:nvPr>
        </p:nvSpPr>
        <p:spPr>
          <a:xfrm>
            <a:off x="764280" y="1636920"/>
            <a:ext cx="7619400" cy="97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764280" y="561960"/>
            <a:ext cx="3880080" cy="183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1930320" y="3454200"/>
            <a:ext cx="1519560" cy="1519560"/>
          </a:xfrm>
          <a:prstGeom prst="rect">
            <a:avLst/>
          </a:prstGeom>
          <a:solidFill>
            <a:srgbClr val="323f4f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763560" y="2981880"/>
            <a:ext cx="1015200" cy="97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body"/>
          </p:nvPr>
        </p:nvSpPr>
        <p:spPr>
          <a:xfrm>
            <a:off x="763560" y="516204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body"/>
          </p:nvPr>
        </p:nvSpPr>
        <p:spPr>
          <a:xfrm>
            <a:off x="763560" y="556992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7"/>
          <p:cNvSpPr>
            <a:spLocks noGrp="1"/>
          </p:cNvSpPr>
          <p:nvPr>
            <p:ph type="body"/>
          </p:nvPr>
        </p:nvSpPr>
        <p:spPr>
          <a:xfrm>
            <a:off x="5573520" y="3454200"/>
            <a:ext cx="1519560" cy="1519560"/>
          </a:xfrm>
          <a:prstGeom prst="rect">
            <a:avLst/>
          </a:prstGeom>
          <a:solidFill>
            <a:srgbClr val="323f4f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8"/>
          <p:cNvSpPr>
            <a:spLocks noGrp="1"/>
          </p:cNvSpPr>
          <p:nvPr>
            <p:ph type="body"/>
          </p:nvPr>
        </p:nvSpPr>
        <p:spPr>
          <a:xfrm>
            <a:off x="4406760" y="2981880"/>
            <a:ext cx="1015200" cy="97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9"/>
          <p:cNvSpPr>
            <a:spLocks noGrp="1"/>
          </p:cNvSpPr>
          <p:nvPr>
            <p:ph type="body"/>
          </p:nvPr>
        </p:nvSpPr>
        <p:spPr>
          <a:xfrm>
            <a:off x="4406760" y="516204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10"/>
          <p:cNvSpPr>
            <a:spLocks noGrp="1"/>
          </p:cNvSpPr>
          <p:nvPr>
            <p:ph type="body"/>
          </p:nvPr>
        </p:nvSpPr>
        <p:spPr>
          <a:xfrm>
            <a:off x="4406760" y="556992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11"/>
          <p:cNvSpPr>
            <a:spLocks noGrp="1"/>
          </p:cNvSpPr>
          <p:nvPr>
            <p:ph type="body"/>
          </p:nvPr>
        </p:nvSpPr>
        <p:spPr>
          <a:xfrm>
            <a:off x="9216720" y="3454200"/>
            <a:ext cx="1519560" cy="1519560"/>
          </a:xfrm>
          <a:prstGeom prst="rect">
            <a:avLst/>
          </a:prstGeom>
          <a:solidFill>
            <a:srgbClr val="323f4f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12"/>
          <p:cNvSpPr>
            <a:spLocks noGrp="1"/>
          </p:cNvSpPr>
          <p:nvPr>
            <p:ph type="body"/>
          </p:nvPr>
        </p:nvSpPr>
        <p:spPr>
          <a:xfrm>
            <a:off x="8049600" y="2981880"/>
            <a:ext cx="1015200" cy="97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13"/>
          <p:cNvSpPr>
            <a:spLocks noGrp="1"/>
          </p:cNvSpPr>
          <p:nvPr>
            <p:ph type="body"/>
          </p:nvPr>
        </p:nvSpPr>
        <p:spPr>
          <a:xfrm>
            <a:off x="8049600" y="516204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14"/>
          <p:cNvSpPr>
            <a:spLocks noGrp="1"/>
          </p:cNvSpPr>
          <p:nvPr>
            <p:ph type="body"/>
          </p:nvPr>
        </p:nvSpPr>
        <p:spPr>
          <a:xfrm>
            <a:off x="8049600" y="556992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88;p8"/>
          <p:cNvSpPr/>
          <p:nvPr/>
        </p:nvSpPr>
        <p:spPr>
          <a:xfrm>
            <a:off x="853920" y="6231240"/>
            <a:ext cx="30240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EF134FC3-C563-413D-939E-2728859CAE8E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15"/>
          <p:cNvSpPr>
            <a:spLocks noGrp="1"/>
          </p:cNvSpPr>
          <p:nvPr>
            <p:ph type="body"/>
          </p:nvPr>
        </p:nvSpPr>
        <p:spPr>
          <a:xfrm>
            <a:off x="8650800" y="6231240"/>
            <a:ext cx="2651040" cy="24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91;p9"/>
          <p:cNvSpPr/>
          <p:nvPr/>
        </p:nvSpPr>
        <p:spPr>
          <a:xfrm>
            <a:off x="868680" y="6363720"/>
            <a:ext cx="30240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3A017B63-502E-44A6-98FA-6E5B047A220C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body"/>
          </p:nvPr>
        </p:nvSpPr>
        <p:spPr>
          <a:xfrm>
            <a:off x="8678880" y="6195960"/>
            <a:ext cx="2651040" cy="24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868680" y="1687680"/>
            <a:ext cx="7619760" cy="97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763560" y="561960"/>
            <a:ext cx="3880800" cy="97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763560" y="466056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body"/>
          </p:nvPr>
        </p:nvSpPr>
        <p:spPr>
          <a:xfrm>
            <a:off x="763560" y="506844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body"/>
          </p:nvPr>
        </p:nvSpPr>
        <p:spPr>
          <a:xfrm>
            <a:off x="763560" y="312516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7"/>
          <p:cNvSpPr>
            <a:spLocks noGrp="1"/>
          </p:cNvSpPr>
          <p:nvPr>
            <p:ph type="body"/>
          </p:nvPr>
        </p:nvSpPr>
        <p:spPr>
          <a:xfrm>
            <a:off x="763560" y="353304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8"/>
          <p:cNvSpPr>
            <a:spLocks noGrp="1"/>
          </p:cNvSpPr>
          <p:nvPr>
            <p:ph type="body"/>
          </p:nvPr>
        </p:nvSpPr>
        <p:spPr>
          <a:xfrm>
            <a:off x="4066560" y="3125160"/>
            <a:ext cx="1015200" cy="97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9"/>
          <p:cNvSpPr>
            <a:spLocks noGrp="1"/>
          </p:cNvSpPr>
          <p:nvPr>
            <p:ph type="body"/>
          </p:nvPr>
        </p:nvSpPr>
        <p:spPr>
          <a:xfrm>
            <a:off x="4066560" y="4660560"/>
            <a:ext cx="1015200" cy="97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10"/>
          <p:cNvSpPr>
            <a:spLocks noGrp="1"/>
          </p:cNvSpPr>
          <p:nvPr>
            <p:ph type="body"/>
          </p:nvPr>
        </p:nvSpPr>
        <p:spPr>
          <a:xfrm>
            <a:off x="6249600" y="3125160"/>
            <a:ext cx="3691800" cy="101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11"/>
          <p:cNvSpPr>
            <a:spLocks noGrp="1"/>
          </p:cNvSpPr>
          <p:nvPr>
            <p:ph type="body"/>
          </p:nvPr>
        </p:nvSpPr>
        <p:spPr>
          <a:xfrm>
            <a:off x="6249600" y="4660560"/>
            <a:ext cx="3691800" cy="101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104;p10"/>
          <p:cNvSpPr/>
          <p:nvPr/>
        </p:nvSpPr>
        <p:spPr>
          <a:xfrm>
            <a:off x="763560" y="6275520"/>
            <a:ext cx="4309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DCEFD227-2816-4A1E-8373-B0CEF677FC98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body"/>
          </p:nvPr>
        </p:nvSpPr>
        <p:spPr>
          <a:xfrm>
            <a:off x="8778240" y="6230880"/>
            <a:ext cx="2651040" cy="24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763560" y="851040"/>
            <a:ext cx="8354160" cy="68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1770120" y="2480400"/>
            <a:ext cx="1100160" cy="1100160"/>
          </a:xfrm>
          <a:prstGeom prst="rect">
            <a:avLst/>
          </a:prstGeom>
          <a:solidFill>
            <a:srgbClr val="323f4f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763560" y="414360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body"/>
          </p:nvPr>
        </p:nvSpPr>
        <p:spPr>
          <a:xfrm>
            <a:off x="763560" y="455148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6"/>
          <p:cNvSpPr>
            <a:spLocks noGrp="1"/>
          </p:cNvSpPr>
          <p:nvPr>
            <p:ph type="body"/>
          </p:nvPr>
        </p:nvSpPr>
        <p:spPr>
          <a:xfrm>
            <a:off x="5413320" y="2480400"/>
            <a:ext cx="1100160" cy="1100160"/>
          </a:xfrm>
          <a:prstGeom prst="rect">
            <a:avLst/>
          </a:prstGeom>
          <a:solidFill>
            <a:srgbClr val="323f4f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7"/>
          <p:cNvSpPr>
            <a:spLocks noGrp="1"/>
          </p:cNvSpPr>
          <p:nvPr>
            <p:ph type="body"/>
          </p:nvPr>
        </p:nvSpPr>
        <p:spPr>
          <a:xfrm>
            <a:off x="4406760" y="414360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8"/>
          <p:cNvSpPr>
            <a:spLocks noGrp="1"/>
          </p:cNvSpPr>
          <p:nvPr>
            <p:ph type="body"/>
          </p:nvPr>
        </p:nvSpPr>
        <p:spPr>
          <a:xfrm>
            <a:off x="4406760" y="455148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9"/>
          <p:cNvSpPr>
            <a:spLocks noGrp="1"/>
          </p:cNvSpPr>
          <p:nvPr>
            <p:ph type="body"/>
          </p:nvPr>
        </p:nvSpPr>
        <p:spPr>
          <a:xfrm>
            <a:off x="9056160" y="2480400"/>
            <a:ext cx="1100160" cy="1100160"/>
          </a:xfrm>
          <a:prstGeom prst="rect">
            <a:avLst/>
          </a:prstGeom>
          <a:solidFill>
            <a:srgbClr val="323f4f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10"/>
          <p:cNvSpPr>
            <a:spLocks noGrp="1"/>
          </p:cNvSpPr>
          <p:nvPr>
            <p:ph type="body"/>
          </p:nvPr>
        </p:nvSpPr>
        <p:spPr>
          <a:xfrm>
            <a:off x="8049600" y="414360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11"/>
          <p:cNvSpPr>
            <a:spLocks noGrp="1"/>
          </p:cNvSpPr>
          <p:nvPr>
            <p:ph type="body"/>
          </p:nvPr>
        </p:nvSpPr>
        <p:spPr>
          <a:xfrm>
            <a:off x="8049600" y="455148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12"/>
          <p:cNvSpPr>
            <a:spLocks noGrp="1"/>
          </p:cNvSpPr>
          <p:nvPr>
            <p:ph type="body"/>
          </p:nvPr>
        </p:nvSpPr>
        <p:spPr>
          <a:xfrm>
            <a:off x="763560" y="5322600"/>
            <a:ext cx="8354160" cy="68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Vertical Text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118;p11"/>
          <p:cNvSpPr/>
          <p:nvPr/>
        </p:nvSpPr>
        <p:spPr>
          <a:xfrm>
            <a:off x="687240" y="6230160"/>
            <a:ext cx="4309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EBE8760A-5839-47DF-A1CF-A19C72654A8E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body"/>
          </p:nvPr>
        </p:nvSpPr>
        <p:spPr>
          <a:xfrm>
            <a:off x="8778240" y="6230880"/>
            <a:ext cx="2651040" cy="24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1490760" y="378540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1490760" y="419292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1490760" y="515952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1490760" y="556740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6"/>
          <p:cNvSpPr>
            <a:spLocks noGrp="1"/>
          </p:cNvSpPr>
          <p:nvPr>
            <p:ph type="body"/>
          </p:nvPr>
        </p:nvSpPr>
        <p:spPr>
          <a:xfrm>
            <a:off x="7145640" y="452520"/>
            <a:ext cx="2405160" cy="581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7"/>
          <p:cNvSpPr>
            <a:spLocks noGrp="1"/>
          </p:cNvSpPr>
          <p:nvPr>
            <p:ph type="body"/>
          </p:nvPr>
        </p:nvSpPr>
        <p:spPr>
          <a:xfrm>
            <a:off x="764280" y="1636920"/>
            <a:ext cx="7619400" cy="97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8"/>
          <p:cNvSpPr>
            <a:spLocks noGrp="1"/>
          </p:cNvSpPr>
          <p:nvPr>
            <p:ph type="body"/>
          </p:nvPr>
        </p:nvSpPr>
        <p:spPr>
          <a:xfrm>
            <a:off x="763560" y="561960"/>
            <a:ext cx="3880800" cy="97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9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טקסט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tical Title and Text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body"/>
          </p:nvPr>
        </p:nvSpPr>
        <p:spPr>
          <a:xfrm>
            <a:off x="866880" y="1023840"/>
            <a:ext cx="2848680" cy="186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8345520" y="1023840"/>
            <a:ext cx="3083760" cy="186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130;p12"/>
          <p:cNvSpPr/>
          <p:nvPr/>
        </p:nvSpPr>
        <p:spPr>
          <a:xfrm>
            <a:off x="674280" y="6267600"/>
            <a:ext cx="4309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64867CAE-FE03-41B2-B428-A170E53AA207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8778240" y="6230880"/>
            <a:ext cx="2651040" cy="24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body"/>
          </p:nvPr>
        </p:nvSpPr>
        <p:spPr>
          <a:xfrm>
            <a:off x="3851280" y="743040"/>
            <a:ext cx="4358520" cy="242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body"/>
          </p:nvPr>
        </p:nvSpPr>
        <p:spPr>
          <a:xfrm>
            <a:off x="867600" y="4197240"/>
            <a:ext cx="7342200" cy="103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6"/>
          <p:cNvSpPr>
            <a:spLocks noGrp="1"/>
          </p:cNvSpPr>
          <p:nvPr>
            <p:ph type="body"/>
          </p:nvPr>
        </p:nvSpPr>
        <p:spPr>
          <a:xfrm>
            <a:off x="866880" y="5424480"/>
            <a:ext cx="734364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136;p13"/>
          <p:cNvSpPr/>
          <p:nvPr/>
        </p:nvSpPr>
        <p:spPr>
          <a:xfrm>
            <a:off x="11430000" y="5842080"/>
            <a:ext cx="32940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137;p13"/>
          <p:cNvSpPr/>
          <p:nvPr/>
        </p:nvSpPr>
        <p:spPr>
          <a:xfrm>
            <a:off x="11379240" y="6231240"/>
            <a:ext cx="4309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4E3EC98-5C43-4C7E-861C-E9352C6A62DB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 type="body"/>
          </p:nvPr>
        </p:nvSpPr>
        <p:spPr>
          <a:xfrm>
            <a:off x="8778240" y="6230880"/>
            <a:ext cx="265104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Google Shape;139;p13" descr=""/>
          <p:cNvPicPr/>
          <p:nvPr/>
        </p:nvPicPr>
        <p:blipFill>
          <a:blip r:embed="rId2"/>
          <a:stretch/>
        </p:blipFill>
        <p:spPr>
          <a:xfrm>
            <a:off x="5697000" y="-2324160"/>
            <a:ext cx="6531480" cy="891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553080" y="0"/>
            <a:ext cx="4990320" cy="539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867600" y="1058040"/>
            <a:ext cx="4828680" cy="103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body"/>
          </p:nvPr>
        </p:nvSpPr>
        <p:spPr>
          <a:xfrm>
            <a:off x="866880" y="2285280"/>
            <a:ext cx="48294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 type="body"/>
          </p:nvPr>
        </p:nvSpPr>
        <p:spPr>
          <a:xfrm>
            <a:off x="866880" y="3442320"/>
            <a:ext cx="482940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6"/>
          <p:cNvSpPr>
            <a:spLocks noGrp="1"/>
          </p:cNvSpPr>
          <p:nvPr>
            <p:ph type="body"/>
          </p:nvPr>
        </p:nvSpPr>
        <p:spPr>
          <a:xfrm>
            <a:off x="866880" y="3849840"/>
            <a:ext cx="482940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146;p14"/>
          <p:cNvSpPr/>
          <p:nvPr/>
        </p:nvSpPr>
        <p:spPr>
          <a:xfrm>
            <a:off x="707400" y="6233040"/>
            <a:ext cx="4309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CF511505-26BC-42D8-97B0-DBF56A63BF65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body"/>
          </p:nvPr>
        </p:nvSpPr>
        <p:spPr>
          <a:xfrm>
            <a:off x="8678880" y="6233400"/>
            <a:ext cx="2651040" cy="24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764280" y="547920"/>
            <a:ext cx="7619400" cy="97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763560" y="516204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body"/>
          </p:nvPr>
        </p:nvSpPr>
        <p:spPr>
          <a:xfrm>
            <a:off x="763560" y="556992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4406760" y="516204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6"/>
          <p:cNvSpPr>
            <a:spLocks noGrp="1"/>
          </p:cNvSpPr>
          <p:nvPr>
            <p:ph type="body"/>
          </p:nvPr>
        </p:nvSpPr>
        <p:spPr>
          <a:xfrm>
            <a:off x="4406760" y="556992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7"/>
          <p:cNvSpPr>
            <a:spLocks noGrp="1"/>
          </p:cNvSpPr>
          <p:nvPr>
            <p:ph type="body"/>
          </p:nvPr>
        </p:nvSpPr>
        <p:spPr>
          <a:xfrm>
            <a:off x="8049600" y="516204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8"/>
          <p:cNvSpPr>
            <a:spLocks noGrp="1"/>
          </p:cNvSpPr>
          <p:nvPr>
            <p:ph type="body"/>
          </p:nvPr>
        </p:nvSpPr>
        <p:spPr>
          <a:xfrm>
            <a:off x="8049600" y="556992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9"/>
          <p:cNvSpPr>
            <a:spLocks noGrp="1"/>
          </p:cNvSpPr>
          <p:nvPr>
            <p:ph type="body"/>
          </p:nvPr>
        </p:nvSpPr>
        <p:spPr>
          <a:xfrm>
            <a:off x="763560" y="276696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10"/>
          <p:cNvSpPr>
            <a:spLocks noGrp="1"/>
          </p:cNvSpPr>
          <p:nvPr>
            <p:ph type="body"/>
          </p:nvPr>
        </p:nvSpPr>
        <p:spPr>
          <a:xfrm>
            <a:off x="763560" y="317484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11"/>
          <p:cNvSpPr>
            <a:spLocks noGrp="1"/>
          </p:cNvSpPr>
          <p:nvPr>
            <p:ph type="body"/>
          </p:nvPr>
        </p:nvSpPr>
        <p:spPr>
          <a:xfrm>
            <a:off x="4406760" y="276696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12"/>
          <p:cNvSpPr>
            <a:spLocks noGrp="1"/>
          </p:cNvSpPr>
          <p:nvPr>
            <p:ph type="body"/>
          </p:nvPr>
        </p:nvSpPr>
        <p:spPr>
          <a:xfrm>
            <a:off x="4406760" y="317484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13"/>
          <p:cNvSpPr>
            <a:spLocks noGrp="1"/>
          </p:cNvSpPr>
          <p:nvPr>
            <p:ph type="body"/>
          </p:nvPr>
        </p:nvSpPr>
        <p:spPr>
          <a:xfrm>
            <a:off x="8049600" y="276696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14"/>
          <p:cNvSpPr>
            <a:spLocks noGrp="1"/>
          </p:cNvSpPr>
          <p:nvPr>
            <p:ph type="body"/>
          </p:nvPr>
        </p:nvSpPr>
        <p:spPr>
          <a:xfrm>
            <a:off x="8049600" y="3174840"/>
            <a:ext cx="311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1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טקסט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Custom Layout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1"/>
          <p:cNvSpPr>
            <a:spLocks noGrp="1"/>
          </p:cNvSpPr>
          <p:nvPr>
            <p:ph type="body"/>
          </p:nvPr>
        </p:nvSpPr>
        <p:spPr>
          <a:xfrm>
            <a:off x="764280" y="1655640"/>
            <a:ext cx="6893280" cy="30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764280" y="547920"/>
            <a:ext cx="6893280" cy="97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9749520" y="3691800"/>
            <a:ext cx="20098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body"/>
          </p:nvPr>
        </p:nvSpPr>
        <p:spPr>
          <a:xfrm>
            <a:off x="9749520" y="4099680"/>
            <a:ext cx="20098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 type="body"/>
          </p:nvPr>
        </p:nvSpPr>
        <p:spPr>
          <a:xfrm>
            <a:off x="9749520" y="2512440"/>
            <a:ext cx="20098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6"/>
          <p:cNvSpPr>
            <a:spLocks noGrp="1"/>
          </p:cNvSpPr>
          <p:nvPr>
            <p:ph type="body"/>
          </p:nvPr>
        </p:nvSpPr>
        <p:spPr>
          <a:xfrm>
            <a:off x="8778240" y="2085840"/>
            <a:ext cx="20098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7"/>
          <p:cNvSpPr>
            <a:spLocks noGrp="1"/>
          </p:cNvSpPr>
          <p:nvPr>
            <p:ph type="body"/>
          </p:nvPr>
        </p:nvSpPr>
        <p:spPr>
          <a:xfrm>
            <a:off x="8197920" y="1152720"/>
            <a:ext cx="20098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8"/>
          <p:cNvSpPr>
            <a:spLocks noGrp="1"/>
          </p:cNvSpPr>
          <p:nvPr>
            <p:ph type="body"/>
          </p:nvPr>
        </p:nvSpPr>
        <p:spPr>
          <a:xfrm>
            <a:off x="8197920" y="1519560"/>
            <a:ext cx="20098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9"/>
          <p:cNvSpPr>
            <a:spLocks noGrp="1"/>
          </p:cNvSpPr>
          <p:nvPr>
            <p:ph type="body"/>
          </p:nvPr>
        </p:nvSpPr>
        <p:spPr>
          <a:xfrm>
            <a:off x="568800" y="5387040"/>
            <a:ext cx="68932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10"/>
          <p:cNvSpPr>
            <a:spLocks noGrp="1"/>
          </p:cNvSpPr>
          <p:nvPr>
            <p:ph type="body"/>
          </p:nvPr>
        </p:nvSpPr>
        <p:spPr>
          <a:xfrm>
            <a:off x="764280" y="5715000"/>
            <a:ext cx="6893280" cy="2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172;p15"/>
          <p:cNvSpPr/>
          <p:nvPr/>
        </p:nvSpPr>
        <p:spPr>
          <a:xfrm>
            <a:off x="707400" y="6233040"/>
            <a:ext cx="4309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690291CE-6B99-43B8-912C-3F94973278FE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1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e-IL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טקסט הכותרת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1"/>
          <p:cNvSpPr>
            <a:spLocks noGrp="1"/>
          </p:cNvSpPr>
          <p:nvPr>
            <p:ph type="body"/>
          </p:nvPr>
        </p:nvSpPr>
        <p:spPr>
          <a:xfrm>
            <a:off x="4889520" y="1592280"/>
            <a:ext cx="7301880" cy="367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1568520" y="2182680"/>
            <a:ext cx="4352040" cy="64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body"/>
          </p:nvPr>
        </p:nvSpPr>
        <p:spPr>
          <a:xfrm>
            <a:off x="1568520" y="2957400"/>
            <a:ext cx="6050880" cy="111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177;p16"/>
          <p:cNvSpPr/>
          <p:nvPr/>
        </p:nvSpPr>
        <p:spPr>
          <a:xfrm>
            <a:off x="674280" y="6230880"/>
            <a:ext cx="4309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435DF704-0AE0-4B02-9B0D-8CD87488301C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8778240" y="6230880"/>
            <a:ext cx="2651040" cy="24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body"/>
          </p:nvPr>
        </p:nvSpPr>
        <p:spPr>
          <a:xfrm>
            <a:off x="1684440" y="4398840"/>
            <a:ext cx="1753560" cy="286560"/>
          </a:xfrm>
          <a:prstGeom prst="rect">
            <a:avLst/>
          </a:prstGeom>
          <a:noFill/>
          <a:ln w="9360">
            <a:solidFill>
              <a:srgbClr val="22a6b3"/>
            </a:solidFill>
            <a:round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Custom Layout">
    <p:bg>
      <p:bgPr>
        <a:solidFill>
          <a:srgbClr val="22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10;p1"/>
          <p:cNvSpPr/>
          <p:nvPr/>
        </p:nvSpPr>
        <p:spPr>
          <a:xfrm>
            <a:off x="838080" y="5886000"/>
            <a:ext cx="329760" cy="1028160"/>
          </a:xfrm>
          <a:prstGeom prst="rect">
            <a:avLst/>
          </a:prstGeom>
          <a:solidFill>
            <a:srgbClr val="d08f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1"/>
          <p:cNvSpPr>
            <a:spLocks noGrp="1"/>
          </p:cNvSpPr>
          <p:nvPr>
            <p:ph type="body"/>
          </p:nvPr>
        </p:nvSpPr>
        <p:spPr>
          <a:xfrm>
            <a:off x="6095880" y="0"/>
            <a:ext cx="6095160" cy="685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182;p17"/>
          <p:cNvSpPr/>
          <p:nvPr/>
        </p:nvSpPr>
        <p:spPr>
          <a:xfrm>
            <a:off x="688320" y="6230520"/>
            <a:ext cx="4309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CF5F0F98-11DE-4D32-9E56-EF249EEE783D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&lt;מספר&gt;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8237880" y="6231240"/>
            <a:ext cx="2651040" cy="24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764280" y="2362320"/>
            <a:ext cx="4854600" cy="224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 type="body"/>
          </p:nvPr>
        </p:nvSpPr>
        <p:spPr>
          <a:xfrm>
            <a:off x="764280" y="4706640"/>
            <a:ext cx="4854600" cy="113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יש ללחוץ כדי לערוך את עיצוב מתאר הכותרת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שניה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שלישית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רביעית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חמישית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שישית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e-IL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רמת מתאר שביעית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84;p25" descr=""/>
          <p:cNvPicPr/>
          <p:nvPr/>
        </p:nvPicPr>
        <p:blipFill>
          <a:blip r:embed="rId1"/>
          <a:stretch/>
        </p:blipFill>
        <p:spPr>
          <a:xfrm>
            <a:off x="369720" y="192960"/>
            <a:ext cx="5235840" cy="349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he-IL</dc:language>
  <cp:lastModifiedBy/>
  <dcterms:modified xsi:type="dcterms:W3CDTF">2026-05-28T14:55:47Z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